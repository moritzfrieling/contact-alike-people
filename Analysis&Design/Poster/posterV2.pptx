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57" r:id="rId3"/>
  </p:sldIdLst>
  <p:sldSz cx="15119350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A51"/>
    <a:srgbClr val="9FDBDC"/>
    <a:srgbClr val="27AFB0"/>
    <a:srgbClr val="2ABCBC"/>
    <a:srgbClr val="F1711A"/>
    <a:srgbClr val="FAD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98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00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243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618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04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62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68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01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3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923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442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42A6-B598-4306-BB4C-62102AFC2805}" type="datetimeFigureOut">
              <a:rPr lang="de-DE" smtClean="0"/>
              <a:t>07.06.2022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5A333-F7D9-4B9F-A78B-B245C84A1BA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34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">
            <a:extLst>
              <a:ext uri="{FF2B5EF4-FFF2-40B4-BE49-F238E27FC236}">
                <a16:creationId xmlns:a16="http://schemas.microsoft.com/office/drawing/2014/main" id="{B062D705-EE14-41B4-9E82-3281B22FB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" b="5675"/>
          <a:stretch/>
        </p:blipFill>
        <p:spPr bwMode="auto">
          <a:xfrm>
            <a:off x="0" y="-4262"/>
            <a:ext cx="15119350" cy="1069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30381732-E8FB-43AA-B24A-13BEC3955E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89" y="-4262"/>
            <a:ext cx="6014144" cy="10691813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95A40C96-7FE3-419A-980E-1E0780E03FEC}"/>
              </a:ext>
            </a:extLst>
          </p:cNvPr>
          <p:cNvSpPr txBox="1"/>
          <p:nvPr/>
        </p:nvSpPr>
        <p:spPr>
          <a:xfrm>
            <a:off x="5979121" y="1641671"/>
            <a:ext cx="3412635" cy="57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See </a:t>
            </a:r>
            <a:r>
              <a:rPr lang="de-DE" sz="3118" dirty="0" err="1">
                <a:latin typeface="Dopestyle " pitchFamily="2" charset="0"/>
              </a:rPr>
              <a:t>o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her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people</a:t>
            </a:r>
            <a:endParaRPr lang="de-DE" sz="3118" dirty="0">
              <a:latin typeface="Dopestyle 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547ACD4-157B-45AC-BC5B-CAB9958265EA}"/>
              </a:ext>
            </a:extLst>
          </p:cNvPr>
          <p:cNvSpPr txBox="1"/>
          <p:nvPr/>
        </p:nvSpPr>
        <p:spPr>
          <a:xfrm>
            <a:off x="6944531" y="3509350"/>
            <a:ext cx="4302539" cy="57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Check out 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heir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profile</a:t>
            </a:r>
            <a:endParaRPr lang="de-DE" sz="3118" dirty="0">
              <a:latin typeface="Dopestyle " pitchFamily="2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A279AAB-AB1E-430E-B22B-0391207A988D}"/>
              </a:ext>
            </a:extLst>
          </p:cNvPr>
          <p:cNvSpPr txBox="1"/>
          <p:nvPr/>
        </p:nvSpPr>
        <p:spPr>
          <a:xfrm>
            <a:off x="6447888" y="8749538"/>
            <a:ext cx="4734472" cy="105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And </a:t>
            </a:r>
            <a:r>
              <a:rPr lang="de-DE" sz="3118" dirty="0" err="1">
                <a:latin typeface="Dopestyle " pitchFamily="2" charset="0"/>
              </a:rPr>
              <a:t>if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you</a:t>
            </a:r>
            <a:r>
              <a:rPr lang="de-DE" sz="3118" dirty="0">
                <a:latin typeface="Dopestyle " pitchFamily="2" charset="0"/>
              </a:rPr>
              <a:t> like 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hem</a:t>
            </a:r>
            <a:r>
              <a:rPr lang="de-DE" sz="3118" dirty="0">
                <a:latin typeface="Dopestyle " pitchFamily="2" charset="0"/>
              </a:rPr>
              <a:t>, send 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hem</a:t>
            </a:r>
            <a:r>
              <a:rPr lang="de-DE" sz="3118" dirty="0">
                <a:latin typeface="Dopestyle " pitchFamily="2" charset="0"/>
              </a:rPr>
              <a:t> a </a:t>
            </a:r>
            <a:r>
              <a:rPr lang="de-DE" sz="3118" dirty="0" err="1">
                <a:latin typeface="Dopestyle " pitchFamily="2" charset="0"/>
              </a:rPr>
              <a:t>request</a:t>
            </a:r>
            <a:endParaRPr lang="de-DE" sz="3118" b="1" dirty="0">
              <a:latin typeface="Dopestyle " pitchFamily="2" charset="0"/>
            </a:endParaRP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D71837AA-5FD9-485C-B610-B3659D05CDCC}"/>
              </a:ext>
            </a:extLst>
          </p:cNvPr>
          <p:cNvGrpSpPr/>
          <p:nvPr/>
        </p:nvGrpSpPr>
        <p:grpSpPr>
          <a:xfrm rot="2770662">
            <a:off x="6121245" y="3330400"/>
            <a:ext cx="649514" cy="1429833"/>
            <a:chOff x="5875020" y="1409700"/>
            <a:chExt cx="449580" cy="716280"/>
          </a:xfrm>
        </p:grpSpPr>
        <p:pic>
          <p:nvPicPr>
            <p:cNvPr id="65" name="Grafik 64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D3CB44C1-302C-4DDD-AD42-24EBD132EB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5905500" y="1409700"/>
              <a:ext cx="419100" cy="670560"/>
            </a:xfrm>
            <a:prstGeom prst="rect">
              <a:avLst/>
            </a:prstGeom>
          </p:spPr>
        </p:pic>
        <p:pic>
          <p:nvPicPr>
            <p:cNvPr id="66" name="Grafik 65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74C1BF4A-7651-4873-8174-16F15C502A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9788405">
              <a:off x="5875020" y="1813560"/>
              <a:ext cx="312420" cy="312420"/>
            </a:xfrm>
            <a:prstGeom prst="rect">
              <a:avLst/>
            </a:prstGeom>
          </p:spPr>
        </p:pic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4E810B40-F360-4585-9476-DBD0AD36607A}"/>
              </a:ext>
            </a:extLst>
          </p:cNvPr>
          <p:cNvGrpSpPr/>
          <p:nvPr/>
        </p:nvGrpSpPr>
        <p:grpSpPr>
          <a:xfrm rot="14835708">
            <a:off x="5558909" y="8456855"/>
            <a:ext cx="648467" cy="1420422"/>
            <a:chOff x="3916680" y="2136361"/>
            <a:chExt cx="468384" cy="698771"/>
          </a:xfrm>
        </p:grpSpPr>
        <p:pic>
          <p:nvPicPr>
            <p:cNvPr id="68" name="Grafik 67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EEA2C967-D8C7-46A8-95F8-EA8F32EAAE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3916680" y="2164572"/>
              <a:ext cx="419100" cy="670560"/>
            </a:xfrm>
            <a:prstGeom prst="rect">
              <a:avLst/>
            </a:prstGeom>
          </p:spPr>
        </p:pic>
        <p:pic>
          <p:nvPicPr>
            <p:cNvPr id="69" name="Grafik 68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7309A8AA-5038-4E95-B20A-045D06724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1491614">
              <a:off x="4072644" y="2136361"/>
              <a:ext cx="312420" cy="312420"/>
            </a:xfrm>
            <a:prstGeom prst="rect">
              <a:avLst/>
            </a:prstGeom>
          </p:spPr>
        </p:pic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B74242D0-6F69-428F-9021-9AC432C8D0DE}"/>
              </a:ext>
            </a:extLst>
          </p:cNvPr>
          <p:cNvGrpSpPr/>
          <p:nvPr/>
        </p:nvGrpSpPr>
        <p:grpSpPr>
          <a:xfrm rot="5658838" flipV="1">
            <a:off x="5162644" y="1331592"/>
            <a:ext cx="575805" cy="1394848"/>
            <a:chOff x="3916680" y="2136361"/>
            <a:chExt cx="468384" cy="698771"/>
          </a:xfrm>
        </p:grpSpPr>
        <p:pic>
          <p:nvPicPr>
            <p:cNvPr id="74" name="Grafik 73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2E121B57-940C-47A6-A48D-5C2990B25C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3916680" y="2164572"/>
              <a:ext cx="419100" cy="670560"/>
            </a:xfrm>
            <a:prstGeom prst="rect">
              <a:avLst/>
            </a:prstGeom>
          </p:spPr>
        </p:pic>
        <p:pic>
          <p:nvPicPr>
            <p:cNvPr id="75" name="Grafik 74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188789B7-A4E3-4030-A319-8A0DCCDBB2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1491614">
              <a:off x="4072644" y="2136361"/>
              <a:ext cx="312420" cy="312420"/>
            </a:xfrm>
            <a:prstGeom prst="rect">
              <a:avLst/>
            </a:prstGeom>
          </p:spPr>
        </p:pic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1DC3DBC1-692D-41F3-AB34-EB31D4987D07}"/>
              </a:ext>
            </a:extLst>
          </p:cNvPr>
          <p:cNvSpPr txBox="1"/>
          <p:nvPr/>
        </p:nvSpPr>
        <p:spPr>
          <a:xfrm>
            <a:off x="6740093" y="5650101"/>
            <a:ext cx="3792282" cy="57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Look at 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heir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interests</a:t>
            </a:r>
            <a:endParaRPr lang="de-DE" sz="3118" dirty="0">
              <a:latin typeface="Dopestyle " pitchFamily="2" charset="0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4752CD9-F9EB-4197-9272-190140DAB84C}"/>
              </a:ext>
            </a:extLst>
          </p:cNvPr>
          <p:cNvGrpSpPr/>
          <p:nvPr/>
        </p:nvGrpSpPr>
        <p:grpSpPr>
          <a:xfrm rot="4473437" flipV="1">
            <a:off x="5832973" y="5585571"/>
            <a:ext cx="690640" cy="1446628"/>
            <a:chOff x="3916680" y="2136361"/>
            <a:chExt cx="468384" cy="698771"/>
          </a:xfrm>
        </p:grpSpPr>
        <p:pic>
          <p:nvPicPr>
            <p:cNvPr id="20" name="Grafik 19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AF70B95F-66E1-4B8B-AFA1-CAD105621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3916680" y="2164572"/>
              <a:ext cx="419100" cy="670560"/>
            </a:xfrm>
            <a:prstGeom prst="rect">
              <a:avLst/>
            </a:prstGeom>
          </p:spPr>
        </p:pic>
        <p:pic>
          <p:nvPicPr>
            <p:cNvPr id="21" name="Grafik 20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4DF51D44-B0F1-41AB-835B-E2CE532CD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1491614">
              <a:off x="4072644" y="2136361"/>
              <a:ext cx="312420" cy="312420"/>
            </a:xfrm>
            <a:prstGeom prst="rect">
              <a:avLst/>
            </a:prstGeom>
          </p:spPr>
        </p:pic>
      </p:grpSp>
      <p:sp>
        <p:nvSpPr>
          <p:cNvPr id="22" name="Textfeld 21">
            <a:extLst>
              <a:ext uri="{FF2B5EF4-FFF2-40B4-BE49-F238E27FC236}">
                <a16:creationId xmlns:a16="http://schemas.microsoft.com/office/drawing/2014/main" id="{42B09C96-43F1-460E-840A-2FDB9B5D54EB}"/>
              </a:ext>
            </a:extLst>
          </p:cNvPr>
          <p:cNvSpPr txBox="1"/>
          <p:nvPr/>
        </p:nvSpPr>
        <p:spPr>
          <a:xfrm>
            <a:off x="6436031" y="6798199"/>
            <a:ext cx="3298448" cy="57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See </a:t>
            </a:r>
            <a:r>
              <a:rPr lang="de-DE" sz="3118" spc="468" dirty="0" err="1">
                <a:latin typeface="Dopestyle " pitchFamily="2" charset="0"/>
              </a:rPr>
              <a:t>t</a:t>
            </a:r>
            <a:r>
              <a:rPr lang="de-DE" sz="3118" dirty="0" err="1">
                <a:latin typeface="Dopestyle " pitchFamily="2" charset="0"/>
              </a:rPr>
              <a:t>heir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socials</a:t>
            </a:r>
            <a:endParaRPr lang="de-DE" sz="3118" dirty="0">
              <a:latin typeface="Dopestyle " pitchFamily="2" charset="0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986EE17-B4CA-4BFB-AB6B-D2121DA47FA7}"/>
              </a:ext>
            </a:extLst>
          </p:cNvPr>
          <p:cNvGrpSpPr/>
          <p:nvPr/>
        </p:nvGrpSpPr>
        <p:grpSpPr>
          <a:xfrm rot="15146585" flipV="1">
            <a:off x="5992948" y="6856038"/>
            <a:ext cx="673220" cy="1680973"/>
            <a:chOff x="5875020" y="1409700"/>
            <a:chExt cx="449580" cy="716280"/>
          </a:xfrm>
        </p:grpSpPr>
        <p:pic>
          <p:nvPicPr>
            <p:cNvPr id="24" name="Grafik 23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C5F8FEAB-A13B-42F6-A1A6-1D05B6CB0B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5905500" y="1409700"/>
              <a:ext cx="419100" cy="670560"/>
            </a:xfrm>
            <a:prstGeom prst="rect">
              <a:avLst/>
            </a:prstGeom>
          </p:spPr>
        </p:pic>
        <p:pic>
          <p:nvPicPr>
            <p:cNvPr id="25" name="Grafik 24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FAED538A-F38C-47C1-82FD-9DC7EB754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9788405">
              <a:off x="5875020" y="1813560"/>
              <a:ext cx="312420" cy="312420"/>
            </a:xfrm>
            <a:prstGeom prst="rect">
              <a:avLst/>
            </a:prstGeom>
          </p:spPr>
        </p:pic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6A0752AB-E554-492B-A219-76477FB68944}"/>
              </a:ext>
            </a:extLst>
          </p:cNvPr>
          <p:cNvSpPr txBox="1"/>
          <p:nvPr/>
        </p:nvSpPr>
        <p:spPr>
          <a:xfrm>
            <a:off x="4195816" y="119529"/>
            <a:ext cx="6727719" cy="105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236" dirty="0">
                <a:solidFill>
                  <a:srgbClr val="27AFB0"/>
                </a:solidFill>
                <a:latin typeface="Dopestyle " pitchFamily="2" charset="0"/>
              </a:rPr>
              <a:t>C</a:t>
            </a:r>
            <a:r>
              <a:rPr lang="de-DE" sz="4989" dirty="0">
                <a:latin typeface="Dopestyle " pitchFamily="2" charset="0"/>
              </a:rPr>
              <a:t>ontact</a:t>
            </a:r>
            <a:r>
              <a:rPr lang="de-DE" sz="4989" dirty="0">
                <a:solidFill>
                  <a:srgbClr val="434A51"/>
                </a:solidFill>
                <a:latin typeface="Dopestyle " pitchFamily="2" charset="0"/>
              </a:rPr>
              <a:t> </a:t>
            </a:r>
            <a:r>
              <a:rPr lang="de-DE" sz="6236" dirty="0" err="1">
                <a:solidFill>
                  <a:srgbClr val="27AFB0"/>
                </a:solidFill>
                <a:latin typeface="Dopestyle " pitchFamily="2" charset="0"/>
              </a:rPr>
              <a:t>a</a:t>
            </a:r>
            <a:r>
              <a:rPr lang="de-DE" sz="4989" dirty="0" err="1">
                <a:latin typeface="Dopestyle " pitchFamily="2" charset="0"/>
              </a:rPr>
              <a:t>like</a:t>
            </a:r>
            <a:r>
              <a:rPr lang="de-DE" sz="3742" dirty="0">
                <a:solidFill>
                  <a:srgbClr val="434A51"/>
                </a:solidFill>
                <a:latin typeface="Dopestyle " pitchFamily="2" charset="0"/>
              </a:rPr>
              <a:t> </a:t>
            </a:r>
            <a:r>
              <a:rPr lang="de-DE" sz="6236" dirty="0">
                <a:solidFill>
                  <a:srgbClr val="27AFB0"/>
                </a:solidFill>
                <a:latin typeface="Dopestyle " pitchFamily="2" charset="0"/>
              </a:rPr>
              <a:t>P</a:t>
            </a:r>
            <a:r>
              <a:rPr lang="de-DE" sz="4989" dirty="0">
                <a:latin typeface="Dopestyle " pitchFamily="2" charset="0"/>
              </a:rPr>
              <a:t>eople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989EBDC-1E3C-4C5E-BB68-602CDA8A811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0" y="657805"/>
            <a:ext cx="600538" cy="60053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EE8AF6E-E727-4AB2-B1A4-2D188ABA66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583" y="6214375"/>
            <a:ext cx="600538" cy="600538"/>
          </a:xfrm>
          <a:prstGeom prst="rect">
            <a:avLst/>
          </a:prstGeom>
        </p:spPr>
      </p:pic>
      <p:pic>
        <p:nvPicPr>
          <p:cNvPr id="8" name="Grafik 7" descr="Ein Bild, das Text, Regenschirm, Zubehör, Vektorgrafiken enthält.&#10;&#10;Automatisch generierte Beschreibung">
            <a:extLst>
              <a:ext uri="{FF2B5EF4-FFF2-40B4-BE49-F238E27FC236}">
                <a16:creationId xmlns:a16="http://schemas.microsoft.com/office/drawing/2014/main" id="{4E6B69E0-9DED-4C64-B881-C5264E672C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142" y="4485089"/>
            <a:ext cx="600538" cy="600538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D1544EB7-FCF0-4B88-BB6E-2BCA038317F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523" y="4335064"/>
            <a:ext cx="600538" cy="600538"/>
          </a:xfrm>
          <a:prstGeom prst="rect">
            <a:avLst/>
          </a:prstGeom>
        </p:spPr>
      </p:pic>
      <p:pic>
        <p:nvPicPr>
          <p:cNvPr id="33" name="Grafik 5">
            <a:extLst>
              <a:ext uri="{FF2B5EF4-FFF2-40B4-BE49-F238E27FC236}">
                <a16:creationId xmlns:a16="http://schemas.microsoft.com/office/drawing/2014/main" id="{2FF319DB-00D4-495B-9EA8-3555143DC5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365" y="871215"/>
            <a:ext cx="600538" cy="600538"/>
          </a:xfrm>
          <a:prstGeom prst="rect">
            <a:avLst/>
          </a:prstGeom>
        </p:spPr>
      </p:pic>
      <p:pic>
        <p:nvPicPr>
          <p:cNvPr id="34" name="Grafik 7" descr="Ein Bild, das Text, Regenschirm, Zubehör, Vektorgrafiken enthält.&#10;&#10;Automatisch generierte Beschreibung">
            <a:extLst>
              <a:ext uri="{FF2B5EF4-FFF2-40B4-BE49-F238E27FC236}">
                <a16:creationId xmlns:a16="http://schemas.microsoft.com/office/drawing/2014/main" id="{E0D07D57-0425-4D55-A0AA-8C50FF1F06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0121" y="372409"/>
            <a:ext cx="600538" cy="600538"/>
          </a:xfrm>
          <a:prstGeom prst="rect">
            <a:avLst/>
          </a:prstGeom>
        </p:spPr>
      </p:pic>
      <p:pic>
        <p:nvPicPr>
          <p:cNvPr id="36" name="Grafik 34">
            <a:extLst>
              <a:ext uri="{FF2B5EF4-FFF2-40B4-BE49-F238E27FC236}">
                <a16:creationId xmlns:a16="http://schemas.microsoft.com/office/drawing/2014/main" id="{B7DF70C6-51C4-46FF-B616-49EE04C1220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334" y="2084594"/>
            <a:ext cx="600538" cy="600538"/>
          </a:xfrm>
          <a:prstGeom prst="rect">
            <a:avLst/>
          </a:prstGeom>
        </p:spPr>
      </p:pic>
      <p:pic>
        <p:nvPicPr>
          <p:cNvPr id="37" name="Grafik 34">
            <a:extLst>
              <a:ext uri="{FF2B5EF4-FFF2-40B4-BE49-F238E27FC236}">
                <a16:creationId xmlns:a16="http://schemas.microsoft.com/office/drawing/2014/main" id="{EEA59E98-7179-45C5-B2E0-C87E283C77C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484" y="9844357"/>
            <a:ext cx="600538" cy="600538"/>
          </a:xfrm>
          <a:prstGeom prst="rect">
            <a:avLst/>
          </a:prstGeom>
        </p:spPr>
      </p:pic>
      <p:pic>
        <p:nvPicPr>
          <p:cNvPr id="38" name="Grafik 7" descr="Ein Bild, das Text, Regenschirm, Zubehör, Vektorgrafiken enthält.&#10;&#10;Automatisch generierte Beschreibung">
            <a:extLst>
              <a:ext uri="{FF2B5EF4-FFF2-40B4-BE49-F238E27FC236}">
                <a16:creationId xmlns:a16="http://schemas.microsoft.com/office/drawing/2014/main" id="{28112CCC-84A4-4C72-8653-DF3CCE908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8570" y="2830699"/>
            <a:ext cx="600538" cy="600538"/>
          </a:xfrm>
          <a:prstGeom prst="rect">
            <a:avLst/>
          </a:prstGeom>
        </p:spPr>
      </p:pic>
      <p:pic>
        <p:nvPicPr>
          <p:cNvPr id="39" name="Grafik 5">
            <a:extLst>
              <a:ext uri="{FF2B5EF4-FFF2-40B4-BE49-F238E27FC236}">
                <a16:creationId xmlns:a16="http://schemas.microsoft.com/office/drawing/2014/main" id="{86C87DED-E905-4E6C-BC21-F7431CF72D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4168" y="3130968"/>
            <a:ext cx="600538" cy="600538"/>
          </a:xfrm>
          <a:prstGeom prst="rect">
            <a:avLst/>
          </a:prstGeom>
        </p:spPr>
      </p:pic>
      <p:pic>
        <p:nvPicPr>
          <p:cNvPr id="14" name="Picture 1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49553547-695D-44B1-912B-2C9006304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83331" y="9468550"/>
            <a:ext cx="976345" cy="976345"/>
          </a:xfrm>
          <a:prstGeom prst="rect">
            <a:avLst/>
          </a:prstGeom>
        </p:spPr>
      </p:pic>
      <p:grpSp>
        <p:nvGrpSpPr>
          <p:cNvPr id="40" name="Gruppieren 22">
            <a:extLst>
              <a:ext uri="{FF2B5EF4-FFF2-40B4-BE49-F238E27FC236}">
                <a16:creationId xmlns:a16="http://schemas.microsoft.com/office/drawing/2014/main" id="{49C577CE-C972-4818-A83C-7F6946911B1C}"/>
              </a:ext>
            </a:extLst>
          </p:cNvPr>
          <p:cNvGrpSpPr/>
          <p:nvPr/>
        </p:nvGrpSpPr>
        <p:grpSpPr>
          <a:xfrm rot="9798442" flipV="1">
            <a:off x="13496566" y="7804425"/>
            <a:ext cx="971438" cy="1711201"/>
            <a:chOff x="5875020" y="1409700"/>
            <a:chExt cx="449580" cy="716280"/>
          </a:xfrm>
        </p:grpSpPr>
        <p:pic>
          <p:nvPicPr>
            <p:cNvPr id="41" name="Grafik 23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E3A35501-0252-40A4-9A05-9E95A91EC1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5905500" y="1409700"/>
              <a:ext cx="419100" cy="670560"/>
            </a:xfrm>
            <a:prstGeom prst="rect">
              <a:avLst/>
            </a:prstGeom>
          </p:spPr>
        </p:pic>
        <p:pic>
          <p:nvPicPr>
            <p:cNvPr id="44" name="Grafik 24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CBA4F22D-6389-4D0B-B80A-094EE76F43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9788405">
              <a:off x="5875020" y="1813560"/>
              <a:ext cx="312420" cy="312420"/>
            </a:xfrm>
            <a:prstGeom prst="rect">
              <a:avLst/>
            </a:prstGeom>
          </p:spPr>
        </p:pic>
      </p:grpSp>
      <p:sp>
        <p:nvSpPr>
          <p:cNvPr id="45" name="Textfeld 21">
            <a:extLst>
              <a:ext uri="{FF2B5EF4-FFF2-40B4-BE49-F238E27FC236}">
                <a16:creationId xmlns:a16="http://schemas.microsoft.com/office/drawing/2014/main" id="{3B26A627-BDBD-402E-A784-CD501206E911}"/>
              </a:ext>
            </a:extLst>
          </p:cNvPr>
          <p:cNvSpPr txBox="1"/>
          <p:nvPr/>
        </p:nvSpPr>
        <p:spPr>
          <a:xfrm>
            <a:off x="9520348" y="7817472"/>
            <a:ext cx="4139642" cy="57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118" dirty="0">
                <a:latin typeface="Dopestyle " pitchFamily="2" charset="0"/>
              </a:rPr>
              <a:t>Set </a:t>
            </a:r>
            <a:r>
              <a:rPr lang="de-DE" sz="3118" dirty="0" err="1">
                <a:latin typeface="Dopestyle " pitchFamily="2" charset="0"/>
              </a:rPr>
              <a:t>your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search</a:t>
            </a:r>
            <a:r>
              <a:rPr lang="de-DE" sz="3118" dirty="0">
                <a:latin typeface="Dopestyle " pitchFamily="2" charset="0"/>
              </a:rPr>
              <a:t> </a:t>
            </a:r>
            <a:r>
              <a:rPr lang="de-DE" sz="3118" dirty="0" err="1">
                <a:latin typeface="Dopestyle " pitchFamily="2" charset="0"/>
              </a:rPr>
              <a:t>distance</a:t>
            </a:r>
            <a:endParaRPr lang="de-DE" sz="3118" dirty="0">
              <a:latin typeface="Dopestyle " pitchFamily="2" charset="0"/>
            </a:endParaRPr>
          </a:p>
        </p:txBody>
      </p:sp>
      <p:pic>
        <p:nvPicPr>
          <p:cNvPr id="47" name="Grafik 34">
            <a:extLst>
              <a:ext uri="{FF2B5EF4-FFF2-40B4-BE49-F238E27FC236}">
                <a16:creationId xmlns:a16="http://schemas.microsoft.com/office/drawing/2014/main" id="{D6079E5B-CE85-4300-8998-1ED651A8531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722" y="6926866"/>
            <a:ext cx="600538" cy="600538"/>
          </a:xfrm>
          <a:prstGeom prst="rect">
            <a:avLst/>
          </a:prstGeom>
        </p:spPr>
      </p:pic>
      <p:pic>
        <p:nvPicPr>
          <p:cNvPr id="48" name="Grafik 34">
            <a:extLst>
              <a:ext uri="{FF2B5EF4-FFF2-40B4-BE49-F238E27FC236}">
                <a16:creationId xmlns:a16="http://schemas.microsoft.com/office/drawing/2014/main" id="{EF52FCD8-9FBB-4851-83D9-FC72CD87397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9453" y="647059"/>
            <a:ext cx="600538" cy="600538"/>
          </a:xfrm>
          <a:prstGeom prst="rect">
            <a:avLst/>
          </a:prstGeom>
        </p:spPr>
      </p:pic>
      <p:pic>
        <p:nvPicPr>
          <p:cNvPr id="49" name="Grafik 34">
            <a:extLst>
              <a:ext uri="{FF2B5EF4-FFF2-40B4-BE49-F238E27FC236}">
                <a16:creationId xmlns:a16="http://schemas.microsoft.com/office/drawing/2014/main" id="{6559AD10-C7D2-469D-8309-F8BC09F3070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5983" y="1795336"/>
            <a:ext cx="600538" cy="600538"/>
          </a:xfrm>
          <a:prstGeom prst="rect">
            <a:avLst/>
          </a:prstGeom>
        </p:spPr>
      </p:pic>
      <p:pic>
        <p:nvPicPr>
          <p:cNvPr id="50" name="Grafik 5">
            <a:extLst>
              <a:ext uri="{FF2B5EF4-FFF2-40B4-BE49-F238E27FC236}">
                <a16:creationId xmlns:a16="http://schemas.microsoft.com/office/drawing/2014/main" id="{14BE5B9E-A592-45EF-9F29-602CD563A1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108" y="5783431"/>
            <a:ext cx="600538" cy="60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20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Karte enthält.&#10;&#10;Automatisch generierte Beschreibung">
            <a:extLst>
              <a:ext uri="{FF2B5EF4-FFF2-40B4-BE49-F238E27FC236}">
                <a16:creationId xmlns:a16="http://schemas.microsoft.com/office/drawing/2014/main" id="{F07EBAAF-877F-4E6D-9787-118E27280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98"/>
          <a:stretch/>
        </p:blipFill>
        <p:spPr>
          <a:xfrm>
            <a:off x="6443218" y="2"/>
            <a:ext cx="6437499" cy="1069181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FA1482A-6527-4379-85C7-573D8BB9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1" y="-1"/>
            <a:ext cx="6014145" cy="10691813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79A7D1-C758-423E-A0DD-FD0CF76CE1CB}"/>
              </a:ext>
            </a:extLst>
          </p:cNvPr>
          <p:cNvGrpSpPr/>
          <p:nvPr/>
        </p:nvGrpSpPr>
        <p:grpSpPr>
          <a:xfrm>
            <a:off x="13540664" y="2796356"/>
            <a:ext cx="700908" cy="1116700"/>
            <a:chOff x="5875020" y="1409700"/>
            <a:chExt cx="449580" cy="716280"/>
          </a:xfrm>
        </p:grpSpPr>
        <p:pic>
          <p:nvPicPr>
            <p:cNvPr id="15" name="Grafik 14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877040A3-7EC9-49B5-A3F1-43B48E6845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5905500" y="1409700"/>
              <a:ext cx="419100" cy="670560"/>
            </a:xfrm>
            <a:prstGeom prst="rect">
              <a:avLst/>
            </a:prstGeom>
          </p:spPr>
        </p:pic>
        <p:pic>
          <p:nvPicPr>
            <p:cNvPr id="16" name="Grafik 15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DF67E727-670F-4803-A8AA-B86545F775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9788405">
              <a:off x="5875020" y="1813560"/>
              <a:ext cx="312420" cy="312420"/>
            </a:xfrm>
            <a:prstGeom prst="rect">
              <a:avLst/>
            </a:prstGeom>
          </p:spPr>
        </p:pic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096C1D22-AC8D-4B94-AA35-84AF942EA067}"/>
              </a:ext>
            </a:extLst>
          </p:cNvPr>
          <p:cNvGrpSpPr/>
          <p:nvPr/>
        </p:nvGrpSpPr>
        <p:grpSpPr>
          <a:xfrm>
            <a:off x="13483366" y="6513326"/>
            <a:ext cx="730224" cy="1089403"/>
            <a:chOff x="3916680" y="2136361"/>
            <a:chExt cx="468384" cy="698771"/>
          </a:xfrm>
        </p:grpSpPr>
        <p:pic>
          <p:nvPicPr>
            <p:cNvPr id="18" name="Grafik 17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6115AE28-EDA7-4362-B73E-344E110D0F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00" t="93983" r="11452" b="887"/>
            <a:stretch/>
          </p:blipFill>
          <p:spPr>
            <a:xfrm>
              <a:off x="3916680" y="2164572"/>
              <a:ext cx="419100" cy="670560"/>
            </a:xfrm>
            <a:prstGeom prst="rect">
              <a:avLst/>
            </a:prstGeom>
          </p:spPr>
        </p:pic>
        <p:pic>
          <p:nvPicPr>
            <p:cNvPr id="19" name="Grafik 18" descr="Ein Bild, das Spieler, Nachthimmel enthält.&#10;&#10;Automatisch generierte Beschreibung">
              <a:extLst>
                <a:ext uri="{FF2B5EF4-FFF2-40B4-BE49-F238E27FC236}">
                  <a16:creationId xmlns:a16="http://schemas.microsoft.com/office/drawing/2014/main" id="{6DCF2E8C-7871-4825-813D-DC2A855C1B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269" t="95010" r="28818" b="2600"/>
            <a:stretch/>
          </p:blipFill>
          <p:spPr>
            <a:xfrm rot="1491614">
              <a:off x="4072644" y="2136361"/>
              <a:ext cx="312420" cy="3124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7375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</Words>
  <Application>Microsoft Office PowerPoint</Application>
  <PresentationFormat>Custom</PresentationFormat>
  <Paragraphs>7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Dopestyle </vt:lpstr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Häfen,Jonas J.A. von</dc:creator>
  <cp:lastModifiedBy>Häfen,Jonas J.A. von</cp:lastModifiedBy>
  <cp:revision>15</cp:revision>
  <dcterms:created xsi:type="dcterms:W3CDTF">2022-06-02T17:55:07Z</dcterms:created>
  <dcterms:modified xsi:type="dcterms:W3CDTF">2022-06-07T10:37:44Z</dcterms:modified>
</cp:coreProperties>
</file>