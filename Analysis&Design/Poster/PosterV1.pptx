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3" r:id="rId2"/>
    <p:sldId id="262" r:id="rId3"/>
    <p:sldId id="268" r:id="rId4"/>
    <p:sldId id="267" r:id="rId5"/>
    <p:sldId id="265" r:id="rId6"/>
    <p:sldId id="260" r:id="rId7"/>
    <p:sldId id="266" r:id="rId8"/>
    <p:sldId id="259" r:id="rId9"/>
    <p:sldId id="264" r:id="rId10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4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AFB0"/>
    <a:srgbClr val="363D45"/>
    <a:srgbClr val="F1711A"/>
    <a:srgbClr val="031360"/>
    <a:srgbClr val="46C7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3456" y="96"/>
      </p:cViewPr>
      <p:guideLst>
        <p:guide orient="horz" pos="384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F7563-3704-479B-8816-133AAE35A616}" type="datetimeFigureOut">
              <a:rPr lang="en-US" smtClean="0"/>
              <a:t>6/7/2022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3AEAC-BF7D-484E-84B0-CA1ACEEF4B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816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F7563-3704-479B-8816-133AAE35A616}" type="datetimeFigureOut">
              <a:rPr lang="en-US" smtClean="0"/>
              <a:t>6/7/2022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3AEAC-BF7D-484E-84B0-CA1ACEEF4B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5560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F7563-3704-479B-8816-133AAE35A616}" type="datetimeFigureOut">
              <a:rPr lang="en-US" smtClean="0"/>
              <a:t>6/7/2022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3AEAC-BF7D-484E-84B0-CA1ACEEF4B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85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F7563-3704-479B-8816-133AAE35A616}" type="datetimeFigureOut">
              <a:rPr lang="en-US" smtClean="0"/>
              <a:t>6/7/2022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3AEAC-BF7D-484E-84B0-CA1ACEEF4B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7532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F7563-3704-479B-8816-133AAE35A616}" type="datetimeFigureOut">
              <a:rPr lang="en-US" smtClean="0"/>
              <a:t>6/7/2022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3AEAC-BF7D-484E-84B0-CA1ACEEF4B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7476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F7563-3704-479B-8816-133AAE35A616}" type="datetimeFigureOut">
              <a:rPr lang="en-US" smtClean="0"/>
              <a:t>6/7/2022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3AEAC-BF7D-484E-84B0-CA1ACEEF4B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4257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F7563-3704-479B-8816-133AAE35A616}" type="datetimeFigureOut">
              <a:rPr lang="en-US" smtClean="0"/>
              <a:t>6/7/2022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3AEAC-BF7D-484E-84B0-CA1ACEEF4B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2053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F7563-3704-479B-8816-133AAE35A616}" type="datetimeFigureOut">
              <a:rPr lang="en-US" smtClean="0"/>
              <a:t>6/7/2022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3AEAC-BF7D-484E-84B0-CA1ACEEF4B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936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F7563-3704-479B-8816-133AAE35A616}" type="datetimeFigureOut">
              <a:rPr lang="en-US" smtClean="0"/>
              <a:t>6/7/2022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3AEAC-BF7D-484E-84B0-CA1ACEEF4B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3715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F7563-3704-479B-8816-133AAE35A616}" type="datetimeFigureOut">
              <a:rPr lang="en-US" smtClean="0"/>
              <a:t>6/7/2022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3AEAC-BF7D-484E-84B0-CA1ACEEF4B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5267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F7563-3704-479B-8816-133AAE35A616}" type="datetimeFigureOut">
              <a:rPr lang="en-US" smtClean="0"/>
              <a:t>6/7/2022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3AEAC-BF7D-484E-84B0-CA1ACEEF4B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729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0F7563-3704-479B-8816-133AAE35A616}" type="datetimeFigureOut">
              <a:rPr lang="en-US" smtClean="0"/>
              <a:t>6/7/2022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E3AEAC-BF7D-484E-84B0-CA1ACEEF4B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139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4.png"/><Relationship Id="rId16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8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19.png"/><Relationship Id="rId16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3.png"/><Relationship Id="rId5" Type="http://schemas.openxmlformats.org/officeDocument/2006/relationships/image" Target="../media/image6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5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8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19.png"/><Relationship Id="rId16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3.png"/><Relationship Id="rId5" Type="http://schemas.openxmlformats.org/officeDocument/2006/relationships/image" Target="../media/image6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5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jpe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8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3.png"/><Relationship Id="rId5" Type="http://schemas.openxmlformats.org/officeDocument/2006/relationships/image" Target="../media/image5.png"/><Relationship Id="rId10" Type="http://schemas.openxmlformats.org/officeDocument/2006/relationships/image" Target="../media/image12.png"/><Relationship Id="rId4" Type="http://schemas.openxmlformats.org/officeDocument/2006/relationships/image" Target="../media/image7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jpg"/><Relationship Id="rId13" Type="http://schemas.openxmlformats.org/officeDocument/2006/relationships/image" Target="../media/image25.png"/><Relationship Id="rId3" Type="http://schemas.openxmlformats.org/officeDocument/2006/relationships/image" Target="../media/image8.png"/><Relationship Id="rId7" Type="http://schemas.openxmlformats.org/officeDocument/2006/relationships/image" Target="../media/image9.png"/><Relationship Id="rId12" Type="http://schemas.openxmlformats.org/officeDocument/2006/relationships/image" Target="../media/image18.png"/><Relationship Id="rId2" Type="http://schemas.openxmlformats.org/officeDocument/2006/relationships/image" Target="../media/image19.png"/><Relationship Id="rId16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5.png"/><Relationship Id="rId5" Type="http://schemas.openxmlformats.org/officeDocument/2006/relationships/image" Target="../media/image6.png"/><Relationship Id="rId15" Type="http://schemas.openxmlformats.org/officeDocument/2006/relationships/image" Target="../media/image27.png"/><Relationship Id="rId10" Type="http://schemas.openxmlformats.org/officeDocument/2006/relationships/image" Target="../media/image14.png"/><Relationship Id="rId4" Type="http://schemas.openxmlformats.org/officeDocument/2006/relationships/image" Target="../media/image5.png"/><Relationship Id="rId9" Type="http://schemas.openxmlformats.org/officeDocument/2006/relationships/image" Target="../media/image12.png"/><Relationship Id="rId1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fik 13" descr="Ein Bild, das Text, Gebäude, Boden, draußen enthält.&#10;&#10;Automatisch generierte Beschreibung">
            <a:extLst>
              <a:ext uri="{FF2B5EF4-FFF2-40B4-BE49-F238E27FC236}">
                <a16:creationId xmlns:a16="http://schemas.microsoft.com/office/drawing/2014/main" id="{1061B5A6-83CE-4536-A466-036482351DF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9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180" r="34179"/>
          <a:stretch/>
        </p:blipFill>
        <p:spPr>
          <a:xfrm>
            <a:off x="-589547" y="-2745872"/>
            <a:ext cx="8037095" cy="14288169"/>
          </a:xfrm>
          <a:prstGeom prst="rect">
            <a:avLst/>
          </a:prstGeom>
          <a:scene3d>
            <a:camera prst="perspectiveAbove"/>
            <a:lightRig rig="threePt" dir="t"/>
          </a:scene3d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1FAC3B18-DEE8-43BD-9B3A-59C5B78EC8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8359" y="2579912"/>
            <a:ext cx="4375627" cy="777889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857" y="0"/>
            <a:ext cx="6856285" cy="12192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Grafik 2" descr="Ein Bild, das Text, haltend, Person, Mobiltelefon enthält.&#10;&#10;Automatisch generierte Beschreibung">
            <a:extLst>
              <a:ext uri="{FF2B5EF4-FFF2-40B4-BE49-F238E27FC236}">
                <a16:creationId xmlns:a16="http://schemas.microsoft.com/office/drawing/2014/main" id="{6ED44EB6-1398-4694-8532-084CA72A0CE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3115" r="30457" b="1"/>
          <a:stretch/>
        </p:blipFill>
        <p:spPr>
          <a:xfrm>
            <a:off x="20" y="2279"/>
            <a:ext cx="6857980" cy="12189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6611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2">
            <a:extLst>
              <a:ext uri="{FF2B5EF4-FFF2-40B4-BE49-F238E27FC236}">
                <a16:creationId xmlns:a16="http://schemas.microsoft.com/office/drawing/2014/main" id="{5194D152-105F-4BEC-B93F-FF513B01182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16" r="54833" b="5675"/>
          <a:stretch/>
        </p:blipFill>
        <p:spPr bwMode="auto">
          <a:xfrm>
            <a:off x="-1" y="-4262"/>
            <a:ext cx="6858001" cy="12196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FBAD31F-80B3-459D-89EE-A4771211DED1}"/>
              </a:ext>
            </a:extLst>
          </p:cNvPr>
          <p:cNvSpPr/>
          <p:nvPr/>
        </p:nvSpPr>
        <p:spPr>
          <a:xfrm>
            <a:off x="1662761" y="4806099"/>
            <a:ext cx="4743450" cy="6705600"/>
          </a:xfrm>
          <a:prstGeom prst="roundRect">
            <a:avLst/>
          </a:prstGeom>
          <a:solidFill>
            <a:schemeClr val="bg1"/>
          </a:solidFill>
          <a:ln w="76200">
            <a:solidFill>
              <a:srgbClr val="F1711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e-DE" sz="400" dirty="0">
                <a:solidFill>
                  <a:srgbClr val="363D45"/>
                </a:solidFill>
                <a:latin typeface="Arial Black" panose="020B0A04020102020204" pitchFamily="34" charset="0"/>
              </a:rPr>
              <a:t>  </a:t>
            </a:r>
          </a:p>
          <a:p>
            <a:pPr algn="ctr"/>
            <a:r>
              <a:rPr lang="de-DE" sz="2400" dirty="0">
                <a:solidFill>
                  <a:srgbClr val="363D45"/>
                </a:solidFill>
                <a:latin typeface="Arial Black" panose="020B0A04020102020204" pitchFamily="34" charset="0"/>
              </a:rPr>
              <a:t>Max, 21</a:t>
            </a:r>
          </a:p>
        </p:txBody>
      </p:sp>
      <p:pic>
        <p:nvPicPr>
          <p:cNvPr id="17" name="Picture 16" descr="Icon&#10;&#10;Description automatically generated with medium confidence">
            <a:extLst>
              <a:ext uri="{FF2B5EF4-FFF2-40B4-BE49-F238E27FC236}">
                <a16:creationId xmlns:a16="http://schemas.microsoft.com/office/drawing/2014/main" id="{0F3FCF16-FF92-4736-BDA1-C32BF394FD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0867" y="1911443"/>
            <a:ext cx="685495" cy="685495"/>
          </a:xfrm>
          <a:prstGeom prst="rect">
            <a:avLst/>
          </a:prstGeom>
        </p:spPr>
      </p:pic>
      <p:pic>
        <p:nvPicPr>
          <p:cNvPr id="3" name="Picture 2" descr="Icon&#10;&#10;Description automatically generated">
            <a:extLst>
              <a:ext uri="{FF2B5EF4-FFF2-40B4-BE49-F238E27FC236}">
                <a16:creationId xmlns:a16="http://schemas.microsoft.com/office/drawing/2014/main" id="{FC551812-110F-479D-80EA-1B6ED14795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7463" y="11373539"/>
            <a:ext cx="514045" cy="514045"/>
          </a:xfrm>
          <a:prstGeom prst="rect">
            <a:avLst/>
          </a:prstGeom>
        </p:spPr>
      </p:pic>
      <p:pic>
        <p:nvPicPr>
          <p:cNvPr id="18" name="Picture 17" descr="Icon&#10;&#10;Description automatically generated with medium confidence">
            <a:extLst>
              <a:ext uri="{FF2B5EF4-FFF2-40B4-BE49-F238E27FC236}">
                <a16:creationId xmlns:a16="http://schemas.microsoft.com/office/drawing/2014/main" id="{23A7AADA-D1C0-4D54-A143-544355CE96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135" y="7905585"/>
            <a:ext cx="685495" cy="685495"/>
          </a:xfrm>
          <a:prstGeom prst="rect">
            <a:avLst/>
          </a:prstGeom>
        </p:spPr>
      </p:pic>
      <p:pic>
        <p:nvPicPr>
          <p:cNvPr id="19" name="Picture 18" descr="A picture containing text, umbrella, accessory, vector graphics&#10;&#10;Description automatically generated">
            <a:extLst>
              <a:ext uri="{FF2B5EF4-FFF2-40B4-BE49-F238E27FC236}">
                <a16:creationId xmlns:a16="http://schemas.microsoft.com/office/drawing/2014/main" id="{C5EDD71D-FFF3-4174-9CFC-643FE263B65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54470"/>
            <a:ext cx="685495" cy="685495"/>
          </a:xfrm>
          <a:prstGeom prst="rect">
            <a:avLst/>
          </a:prstGeom>
        </p:spPr>
      </p:pic>
      <p:pic>
        <p:nvPicPr>
          <p:cNvPr id="20" name="Picture 19" descr="Logo&#10;&#10;Description automatically generated with low confidence">
            <a:extLst>
              <a:ext uri="{FF2B5EF4-FFF2-40B4-BE49-F238E27FC236}">
                <a16:creationId xmlns:a16="http://schemas.microsoft.com/office/drawing/2014/main" id="{97F216AD-8A04-45DD-9B9E-16FA636C07E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21" y="4386077"/>
            <a:ext cx="685495" cy="685495"/>
          </a:xfrm>
          <a:prstGeom prst="rect">
            <a:avLst/>
          </a:prstGeom>
        </p:spPr>
      </p:pic>
      <p:pic>
        <p:nvPicPr>
          <p:cNvPr id="23" name="Picture 22" descr="Icon&#10;&#10;Description automatically generated with medium confidence">
            <a:extLst>
              <a:ext uri="{FF2B5EF4-FFF2-40B4-BE49-F238E27FC236}">
                <a16:creationId xmlns:a16="http://schemas.microsoft.com/office/drawing/2014/main" id="{AD51EC2B-DE8C-4054-821B-2F3CA93DCC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5390" y="3229862"/>
            <a:ext cx="685495" cy="685495"/>
          </a:xfrm>
          <a:prstGeom prst="rect">
            <a:avLst/>
          </a:prstGeom>
        </p:spPr>
      </p:pic>
      <p:pic>
        <p:nvPicPr>
          <p:cNvPr id="24" name="Picture 23" descr="A picture containing text, umbrella, accessory, vector graphics&#10;&#10;Description automatically generated">
            <a:extLst>
              <a:ext uri="{FF2B5EF4-FFF2-40B4-BE49-F238E27FC236}">
                <a16:creationId xmlns:a16="http://schemas.microsoft.com/office/drawing/2014/main" id="{12E613EC-F51B-4CE7-BAF0-813978C83CA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387" y="3190651"/>
            <a:ext cx="685495" cy="685495"/>
          </a:xfrm>
          <a:prstGeom prst="rect">
            <a:avLst/>
          </a:prstGeom>
        </p:spPr>
      </p:pic>
      <p:pic>
        <p:nvPicPr>
          <p:cNvPr id="25" name="Picture 24" descr="Logo&#10;&#10;Description automatically generated with low confidence">
            <a:extLst>
              <a:ext uri="{FF2B5EF4-FFF2-40B4-BE49-F238E27FC236}">
                <a16:creationId xmlns:a16="http://schemas.microsoft.com/office/drawing/2014/main" id="{3B8A2968-161D-4D55-A265-09E8EA3FAA1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9651" y="3407342"/>
            <a:ext cx="685495" cy="685495"/>
          </a:xfrm>
          <a:prstGeom prst="rect">
            <a:avLst/>
          </a:prstGeom>
        </p:spPr>
      </p:pic>
      <p:pic>
        <p:nvPicPr>
          <p:cNvPr id="26" name="Picture 25" descr="Logo&#10;&#10;Description automatically generated with low confidence">
            <a:extLst>
              <a:ext uri="{FF2B5EF4-FFF2-40B4-BE49-F238E27FC236}">
                <a16:creationId xmlns:a16="http://schemas.microsoft.com/office/drawing/2014/main" id="{FA789803-19EB-4B5B-B0A6-B570DD65B53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881" y="10859473"/>
            <a:ext cx="685495" cy="685495"/>
          </a:xfrm>
          <a:prstGeom prst="rect">
            <a:avLst/>
          </a:prstGeom>
        </p:spPr>
      </p:pic>
      <p:pic>
        <p:nvPicPr>
          <p:cNvPr id="11" name="Picture 10" descr="Icon&#10;&#10;Description automatically generated with low confidence">
            <a:extLst>
              <a:ext uri="{FF2B5EF4-FFF2-40B4-BE49-F238E27FC236}">
                <a16:creationId xmlns:a16="http://schemas.microsoft.com/office/drawing/2014/main" id="{0FA79D7E-75FF-47CB-84FC-90434A9984E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4474" y="11427586"/>
            <a:ext cx="288000" cy="288000"/>
          </a:xfrm>
          <a:prstGeom prst="rect">
            <a:avLst/>
          </a:prstGeom>
        </p:spPr>
      </p:pic>
      <p:pic>
        <p:nvPicPr>
          <p:cNvPr id="29" name="Picture 28" descr="Icon&#10;&#10;Description automatically generated">
            <a:extLst>
              <a:ext uri="{FF2B5EF4-FFF2-40B4-BE49-F238E27FC236}">
                <a16:creationId xmlns:a16="http://schemas.microsoft.com/office/drawing/2014/main" id="{E0631E0F-0CFA-489A-BADB-E76E0502450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2039" y="4487638"/>
            <a:ext cx="1296000" cy="1296000"/>
          </a:xfrm>
          <a:prstGeom prst="ellipse">
            <a:avLst/>
          </a:prstGeom>
          <a:ln w="57150">
            <a:solidFill>
              <a:srgbClr val="F1711A"/>
            </a:solidFill>
          </a:ln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441E688D-B8FB-4495-B1EA-E6A1A43F3C69}"/>
              </a:ext>
            </a:extLst>
          </p:cNvPr>
          <p:cNvSpPr txBox="1"/>
          <p:nvPr/>
        </p:nvSpPr>
        <p:spPr>
          <a:xfrm>
            <a:off x="2953017" y="5475865"/>
            <a:ext cx="2139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rgbClr val="363D45"/>
                </a:solidFill>
              </a:rPr>
              <a:t>10 </a:t>
            </a:r>
            <a:r>
              <a:rPr lang="de-DE" dirty="0" err="1">
                <a:solidFill>
                  <a:srgbClr val="363D45"/>
                </a:solidFill>
              </a:rPr>
              <a:t>kilometers</a:t>
            </a:r>
            <a:r>
              <a:rPr lang="de-DE" dirty="0">
                <a:solidFill>
                  <a:srgbClr val="363D45"/>
                </a:solidFill>
              </a:rPr>
              <a:t> </a:t>
            </a:r>
            <a:r>
              <a:rPr lang="de-DE" dirty="0" err="1">
                <a:solidFill>
                  <a:srgbClr val="363D45"/>
                </a:solidFill>
              </a:rPr>
              <a:t>away</a:t>
            </a:r>
            <a:endParaRPr lang="de-DE" dirty="0">
              <a:solidFill>
                <a:srgbClr val="363D45"/>
              </a:solidFill>
            </a:endParaRPr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76C7F1DD-1594-4587-B882-C491146B36C5}"/>
              </a:ext>
            </a:extLst>
          </p:cNvPr>
          <p:cNvSpPr/>
          <p:nvPr/>
        </p:nvSpPr>
        <p:spPr>
          <a:xfrm>
            <a:off x="2177689" y="6143049"/>
            <a:ext cx="3701570" cy="916263"/>
          </a:xfrm>
          <a:prstGeom prst="roundRect">
            <a:avLst/>
          </a:prstGeom>
          <a:solidFill>
            <a:schemeClr val="bg1">
              <a:lumMod val="95000"/>
              <a:alpha val="45000"/>
            </a:schemeClr>
          </a:solidFill>
          <a:ln w="38100">
            <a:solidFill>
              <a:srgbClr val="F1711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de-DE" dirty="0">
                <a:solidFill>
                  <a:srgbClr val="363D45"/>
                </a:solidFill>
              </a:rPr>
              <a:t>Here </a:t>
            </a:r>
            <a:r>
              <a:rPr lang="de-DE" dirty="0" err="1">
                <a:solidFill>
                  <a:srgbClr val="363D45"/>
                </a:solidFill>
              </a:rPr>
              <a:t>is</a:t>
            </a:r>
            <a:r>
              <a:rPr lang="de-DE" dirty="0">
                <a:solidFill>
                  <a:srgbClr val="363D45"/>
                </a:solidFill>
              </a:rPr>
              <a:t> </a:t>
            </a:r>
            <a:r>
              <a:rPr lang="de-DE" dirty="0" err="1">
                <a:solidFill>
                  <a:srgbClr val="363D45"/>
                </a:solidFill>
              </a:rPr>
              <a:t>some</a:t>
            </a:r>
            <a:r>
              <a:rPr lang="de-DE" dirty="0">
                <a:solidFill>
                  <a:srgbClr val="363D45"/>
                </a:solidFill>
              </a:rPr>
              <a:t> </a:t>
            </a:r>
            <a:r>
              <a:rPr lang="de-DE" dirty="0" err="1">
                <a:solidFill>
                  <a:srgbClr val="363D45"/>
                </a:solidFill>
              </a:rPr>
              <a:t>info</a:t>
            </a:r>
            <a:r>
              <a:rPr lang="de-DE" dirty="0">
                <a:solidFill>
                  <a:srgbClr val="363D45"/>
                </a:solidFill>
              </a:rPr>
              <a:t> </a:t>
            </a:r>
            <a:r>
              <a:rPr lang="de-DE" dirty="0" err="1">
                <a:solidFill>
                  <a:srgbClr val="363D45"/>
                </a:solidFill>
              </a:rPr>
              <a:t>that</a:t>
            </a:r>
            <a:r>
              <a:rPr lang="de-DE" dirty="0">
                <a:solidFill>
                  <a:srgbClr val="363D45"/>
                </a:solidFill>
              </a:rPr>
              <a:t> </a:t>
            </a:r>
            <a:r>
              <a:rPr lang="de-DE" dirty="0" err="1">
                <a:solidFill>
                  <a:srgbClr val="363D45"/>
                </a:solidFill>
              </a:rPr>
              <a:t>you</a:t>
            </a:r>
            <a:r>
              <a:rPr lang="de-DE" dirty="0">
                <a:solidFill>
                  <a:srgbClr val="363D45"/>
                </a:solidFill>
              </a:rPr>
              <a:t> </a:t>
            </a:r>
            <a:r>
              <a:rPr lang="de-DE" dirty="0" err="1">
                <a:solidFill>
                  <a:srgbClr val="363D45"/>
                </a:solidFill>
              </a:rPr>
              <a:t>definitely</a:t>
            </a:r>
            <a:r>
              <a:rPr lang="de-DE" dirty="0">
                <a:solidFill>
                  <a:srgbClr val="363D45"/>
                </a:solidFill>
              </a:rPr>
              <a:t> </a:t>
            </a:r>
            <a:r>
              <a:rPr lang="de-DE" dirty="0" err="1">
                <a:solidFill>
                  <a:srgbClr val="363D45"/>
                </a:solidFill>
              </a:rPr>
              <a:t>need</a:t>
            </a:r>
            <a:r>
              <a:rPr lang="de-DE" dirty="0">
                <a:solidFill>
                  <a:srgbClr val="363D45"/>
                </a:solidFill>
              </a:rPr>
              <a:t> </a:t>
            </a:r>
            <a:r>
              <a:rPr lang="de-DE" dirty="0" err="1">
                <a:solidFill>
                  <a:srgbClr val="363D45"/>
                </a:solidFill>
              </a:rPr>
              <a:t>to</a:t>
            </a:r>
            <a:r>
              <a:rPr lang="de-DE" dirty="0">
                <a:solidFill>
                  <a:srgbClr val="363D45"/>
                </a:solidFill>
              </a:rPr>
              <a:t> </a:t>
            </a:r>
            <a:r>
              <a:rPr lang="de-DE" dirty="0" err="1">
                <a:solidFill>
                  <a:srgbClr val="363D45"/>
                </a:solidFill>
              </a:rPr>
              <a:t>get</a:t>
            </a:r>
            <a:r>
              <a:rPr lang="de-DE" dirty="0">
                <a:solidFill>
                  <a:srgbClr val="363D45"/>
                </a:solidFill>
              </a:rPr>
              <a:t> </a:t>
            </a:r>
            <a:r>
              <a:rPr lang="de-DE" dirty="0" err="1">
                <a:solidFill>
                  <a:srgbClr val="363D45"/>
                </a:solidFill>
              </a:rPr>
              <a:t>to</a:t>
            </a:r>
            <a:r>
              <a:rPr lang="de-DE" dirty="0">
                <a:solidFill>
                  <a:srgbClr val="363D45"/>
                </a:solidFill>
              </a:rPr>
              <a:t> </a:t>
            </a:r>
            <a:r>
              <a:rPr lang="de-DE" dirty="0" err="1">
                <a:solidFill>
                  <a:srgbClr val="363D45"/>
                </a:solidFill>
              </a:rPr>
              <a:t>know</a:t>
            </a:r>
            <a:r>
              <a:rPr lang="de-DE" dirty="0">
                <a:solidFill>
                  <a:srgbClr val="363D45"/>
                </a:solidFill>
              </a:rPr>
              <a:t> me.</a:t>
            </a:r>
          </a:p>
        </p:txBody>
      </p:sp>
      <p:pic>
        <p:nvPicPr>
          <p:cNvPr id="30" name="Picture 2" descr="Discord's Branding Guidelines">
            <a:extLst>
              <a:ext uri="{FF2B5EF4-FFF2-40B4-BE49-F238E27FC236}">
                <a16:creationId xmlns:a16="http://schemas.microsoft.com/office/drawing/2014/main" id="{DBD79F60-BC31-442C-8929-2BB0E5C164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219" y="8976482"/>
            <a:ext cx="504000" cy="568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Grafik 30">
            <a:extLst>
              <a:ext uri="{FF2B5EF4-FFF2-40B4-BE49-F238E27FC236}">
                <a16:creationId xmlns:a16="http://schemas.microsoft.com/office/drawing/2014/main" id="{00E4ED6A-4E59-4F34-B33B-564667D97F67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02" t="14821" r="24968" b="15882"/>
          <a:stretch/>
        </p:blipFill>
        <p:spPr>
          <a:xfrm>
            <a:off x="3218859" y="8971817"/>
            <a:ext cx="612000" cy="577822"/>
          </a:xfrm>
          <a:prstGeom prst="rect">
            <a:avLst/>
          </a:prstGeom>
        </p:spPr>
      </p:pic>
      <p:pic>
        <p:nvPicPr>
          <p:cNvPr id="32" name="Grafik 31">
            <a:extLst>
              <a:ext uri="{FF2B5EF4-FFF2-40B4-BE49-F238E27FC236}">
                <a16:creationId xmlns:a16="http://schemas.microsoft.com/office/drawing/2014/main" id="{90CEF559-19A0-4BBF-912F-D3E2CF43862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8138" y="9009043"/>
            <a:ext cx="504000" cy="504000"/>
          </a:xfrm>
          <a:prstGeom prst="rect">
            <a:avLst/>
          </a:prstGeom>
        </p:spPr>
      </p:pic>
      <p:pic>
        <p:nvPicPr>
          <p:cNvPr id="33" name="Grafik 32">
            <a:extLst>
              <a:ext uri="{FF2B5EF4-FFF2-40B4-BE49-F238E27FC236}">
                <a16:creationId xmlns:a16="http://schemas.microsoft.com/office/drawing/2014/main" id="{DD994C95-FD13-4E44-9D84-BA725578EC0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2499" y="9009043"/>
            <a:ext cx="504000" cy="503370"/>
          </a:xfrm>
          <a:prstGeom prst="rect">
            <a:avLst/>
          </a:prstGeom>
        </p:spPr>
      </p:pic>
      <p:pic>
        <p:nvPicPr>
          <p:cNvPr id="35" name="Grafik 34">
            <a:extLst>
              <a:ext uri="{FF2B5EF4-FFF2-40B4-BE49-F238E27FC236}">
                <a16:creationId xmlns:a16="http://schemas.microsoft.com/office/drawing/2014/main" id="{B1440218-5BD3-4EE8-BB94-7D7B80970A9B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86" r="14762"/>
          <a:stretch/>
        </p:blipFill>
        <p:spPr>
          <a:xfrm>
            <a:off x="2199264" y="7508835"/>
            <a:ext cx="612439" cy="504000"/>
          </a:xfrm>
          <a:prstGeom prst="rect">
            <a:avLst/>
          </a:prstGeom>
        </p:spPr>
      </p:pic>
      <p:pic>
        <p:nvPicPr>
          <p:cNvPr id="36" name="Grafik 35">
            <a:extLst>
              <a:ext uri="{FF2B5EF4-FFF2-40B4-BE49-F238E27FC236}">
                <a16:creationId xmlns:a16="http://schemas.microsoft.com/office/drawing/2014/main" id="{0C456F5C-5CA6-4639-9017-C3D89D3D8D7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0244" y="7511676"/>
            <a:ext cx="504000" cy="504000"/>
          </a:xfrm>
          <a:prstGeom prst="rect">
            <a:avLst/>
          </a:prstGeom>
        </p:spPr>
      </p:pic>
      <p:sp>
        <p:nvSpPr>
          <p:cNvPr id="37" name="Rechteck: abgerundete Ecken 36">
            <a:extLst>
              <a:ext uri="{FF2B5EF4-FFF2-40B4-BE49-F238E27FC236}">
                <a16:creationId xmlns:a16="http://schemas.microsoft.com/office/drawing/2014/main" id="{F5E4D1C2-4122-400A-AFF1-713F42F5BB7E}"/>
              </a:ext>
            </a:extLst>
          </p:cNvPr>
          <p:cNvSpPr/>
          <p:nvPr/>
        </p:nvSpPr>
        <p:spPr>
          <a:xfrm>
            <a:off x="2872248" y="10064356"/>
            <a:ext cx="2312452" cy="823145"/>
          </a:xfrm>
          <a:prstGeom prst="roundRect">
            <a:avLst/>
          </a:prstGeom>
          <a:solidFill>
            <a:srgbClr val="28AFB0">
              <a:alpha val="44706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363D45"/>
                </a:solidFill>
                <a:latin typeface="Arial Black" panose="020B0A04020102020204" pitchFamily="34" charset="0"/>
              </a:rPr>
              <a:t>REQUEST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1F8F5157-BBD2-41AD-A1E1-AC4298CB1C92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0735" y="7492133"/>
            <a:ext cx="540000" cy="54000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1AEFCA0D-6FE7-41A9-A1AB-11999F788C8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8138" y="7533813"/>
            <a:ext cx="504042" cy="504042"/>
          </a:xfrm>
          <a:prstGeom prst="rect">
            <a:avLst/>
          </a:prstGeom>
        </p:spPr>
      </p:pic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DF4D8257-9A5F-41AE-9719-83C1E1704763}"/>
              </a:ext>
            </a:extLst>
          </p:cNvPr>
          <p:cNvCxnSpPr>
            <a:cxnSpLocks/>
          </p:cNvCxnSpPr>
          <p:nvPr/>
        </p:nvCxnSpPr>
        <p:spPr>
          <a:xfrm flipV="1">
            <a:off x="1887244" y="8442340"/>
            <a:ext cx="4271293" cy="8067"/>
          </a:xfrm>
          <a:prstGeom prst="line">
            <a:avLst/>
          </a:prstGeom>
          <a:ln w="6350">
            <a:solidFill>
              <a:srgbClr val="28AFB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" name="Picture 37" descr="A picture containing text, umbrella, accessory, vector graphics&#10;&#10;Description automatically generated">
            <a:extLst>
              <a:ext uri="{FF2B5EF4-FFF2-40B4-BE49-F238E27FC236}">
                <a16:creationId xmlns:a16="http://schemas.microsoft.com/office/drawing/2014/main" id="{3781828E-C309-417D-91ED-7EFF86D01AF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0735" y="2361039"/>
            <a:ext cx="685495" cy="685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8364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ap&#10;&#10;Description automatically generated">
            <a:extLst>
              <a:ext uri="{FF2B5EF4-FFF2-40B4-BE49-F238E27FC236}">
                <a16:creationId xmlns:a16="http://schemas.microsoft.com/office/drawing/2014/main" id="{9CE16D00-63CB-4F1B-8719-37920EC7E03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64" r="24138"/>
          <a:stretch/>
        </p:blipFill>
        <p:spPr>
          <a:xfrm>
            <a:off x="0" y="0"/>
            <a:ext cx="6858000" cy="12192000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FBAD31F-80B3-459D-89EE-A4771211DED1}"/>
              </a:ext>
            </a:extLst>
          </p:cNvPr>
          <p:cNvSpPr/>
          <p:nvPr/>
        </p:nvSpPr>
        <p:spPr>
          <a:xfrm>
            <a:off x="1662761" y="4806099"/>
            <a:ext cx="4743450" cy="6705600"/>
          </a:xfrm>
          <a:prstGeom prst="roundRect">
            <a:avLst/>
          </a:prstGeom>
          <a:solidFill>
            <a:schemeClr val="bg1"/>
          </a:solidFill>
          <a:ln w="76200">
            <a:solidFill>
              <a:srgbClr val="F1711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e-DE" sz="400" dirty="0">
                <a:solidFill>
                  <a:srgbClr val="363D45"/>
                </a:solidFill>
                <a:latin typeface="Arial Black" panose="020B0A04020102020204" pitchFamily="34" charset="0"/>
              </a:rPr>
              <a:t>  </a:t>
            </a:r>
          </a:p>
          <a:p>
            <a:pPr algn="ctr"/>
            <a:r>
              <a:rPr lang="de-DE" sz="2400" dirty="0">
                <a:solidFill>
                  <a:srgbClr val="363D45"/>
                </a:solidFill>
                <a:latin typeface="Arial Black" panose="020B0A04020102020204" pitchFamily="34" charset="0"/>
              </a:rPr>
              <a:t>Max, 21</a:t>
            </a:r>
          </a:p>
        </p:txBody>
      </p:sp>
      <p:pic>
        <p:nvPicPr>
          <p:cNvPr id="13" name="Picture 12" descr="Logo&#10;&#10;Description automatically generated with low confidence">
            <a:extLst>
              <a:ext uri="{FF2B5EF4-FFF2-40B4-BE49-F238E27FC236}">
                <a16:creationId xmlns:a16="http://schemas.microsoft.com/office/drawing/2014/main" id="{1238838A-3C66-4254-BE49-6CD93A2D4E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245" y="2395543"/>
            <a:ext cx="685495" cy="685495"/>
          </a:xfrm>
          <a:prstGeom prst="rect">
            <a:avLst/>
          </a:prstGeom>
        </p:spPr>
      </p:pic>
      <p:pic>
        <p:nvPicPr>
          <p:cNvPr id="17" name="Picture 16" descr="Icon&#10;&#10;Description automatically generated with medium confidence">
            <a:extLst>
              <a:ext uri="{FF2B5EF4-FFF2-40B4-BE49-F238E27FC236}">
                <a16:creationId xmlns:a16="http://schemas.microsoft.com/office/drawing/2014/main" id="{0F3FCF16-FF92-4736-BDA1-C32BF394FD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535" y="1433241"/>
            <a:ext cx="685495" cy="685495"/>
          </a:xfrm>
          <a:prstGeom prst="rect">
            <a:avLst/>
          </a:prstGeom>
        </p:spPr>
      </p:pic>
      <p:pic>
        <p:nvPicPr>
          <p:cNvPr id="3" name="Picture 2" descr="Icon&#10;&#10;Description automatically generated">
            <a:extLst>
              <a:ext uri="{FF2B5EF4-FFF2-40B4-BE49-F238E27FC236}">
                <a16:creationId xmlns:a16="http://schemas.microsoft.com/office/drawing/2014/main" id="{FC551812-110F-479D-80EA-1B6ED14795B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7463" y="11373539"/>
            <a:ext cx="514045" cy="514045"/>
          </a:xfrm>
          <a:prstGeom prst="rect">
            <a:avLst/>
          </a:prstGeom>
        </p:spPr>
      </p:pic>
      <p:pic>
        <p:nvPicPr>
          <p:cNvPr id="18" name="Picture 17" descr="Icon&#10;&#10;Description automatically generated with medium confidence">
            <a:extLst>
              <a:ext uri="{FF2B5EF4-FFF2-40B4-BE49-F238E27FC236}">
                <a16:creationId xmlns:a16="http://schemas.microsoft.com/office/drawing/2014/main" id="{23A7AADA-D1C0-4D54-A143-544355CE96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58" y="7659476"/>
            <a:ext cx="685495" cy="685495"/>
          </a:xfrm>
          <a:prstGeom prst="rect">
            <a:avLst/>
          </a:prstGeom>
        </p:spPr>
      </p:pic>
      <p:pic>
        <p:nvPicPr>
          <p:cNvPr id="19" name="Picture 18" descr="A picture containing text, umbrella, accessory, vector graphics&#10;&#10;Description automatically generated">
            <a:extLst>
              <a:ext uri="{FF2B5EF4-FFF2-40B4-BE49-F238E27FC236}">
                <a16:creationId xmlns:a16="http://schemas.microsoft.com/office/drawing/2014/main" id="{C5EDD71D-FFF3-4174-9CFC-643FE263B65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856" y="6322688"/>
            <a:ext cx="685495" cy="685495"/>
          </a:xfrm>
          <a:prstGeom prst="rect">
            <a:avLst/>
          </a:prstGeom>
        </p:spPr>
      </p:pic>
      <p:pic>
        <p:nvPicPr>
          <p:cNvPr id="20" name="Picture 19" descr="Logo&#10;&#10;Description automatically generated with low confidence">
            <a:extLst>
              <a:ext uri="{FF2B5EF4-FFF2-40B4-BE49-F238E27FC236}">
                <a16:creationId xmlns:a16="http://schemas.microsoft.com/office/drawing/2014/main" id="{97F216AD-8A04-45DD-9B9E-16FA636C07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134" y="4189776"/>
            <a:ext cx="685495" cy="685495"/>
          </a:xfrm>
          <a:prstGeom prst="rect">
            <a:avLst/>
          </a:prstGeom>
        </p:spPr>
      </p:pic>
      <p:pic>
        <p:nvPicPr>
          <p:cNvPr id="23" name="Picture 22" descr="Icon&#10;&#10;Description automatically generated with medium confidence">
            <a:extLst>
              <a:ext uri="{FF2B5EF4-FFF2-40B4-BE49-F238E27FC236}">
                <a16:creationId xmlns:a16="http://schemas.microsoft.com/office/drawing/2014/main" id="{AD51EC2B-DE8C-4054-821B-2F3CA93DCC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3290" y="2423335"/>
            <a:ext cx="685495" cy="685495"/>
          </a:xfrm>
          <a:prstGeom prst="rect">
            <a:avLst/>
          </a:prstGeom>
        </p:spPr>
      </p:pic>
      <p:pic>
        <p:nvPicPr>
          <p:cNvPr id="24" name="Picture 23" descr="A picture containing text, umbrella, accessory, vector graphics&#10;&#10;Description automatically generated">
            <a:extLst>
              <a:ext uri="{FF2B5EF4-FFF2-40B4-BE49-F238E27FC236}">
                <a16:creationId xmlns:a16="http://schemas.microsoft.com/office/drawing/2014/main" id="{12E613EC-F51B-4CE7-BAF0-813978C83CA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6038" y="3656681"/>
            <a:ext cx="685495" cy="685495"/>
          </a:xfrm>
          <a:prstGeom prst="rect">
            <a:avLst/>
          </a:prstGeom>
        </p:spPr>
      </p:pic>
      <p:pic>
        <p:nvPicPr>
          <p:cNvPr id="25" name="Picture 24" descr="Logo&#10;&#10;Description automatically generated with low confidence">
            <a:extLst>
              <a:ext uri="{FF2B5EF4-FFF2-40B4-BE49-F238E27FC236}">
                <a16:creationId xmlns:a16="http://schemas.microsoft.com/office/drawing/2014/main" id="{3B8A2968-161D-4D55-A265-09E8EA3FAA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8990" y="2816319"/>
            <a:ext cx="685495" cy="685495"/>
          </a:xfrm>
          <a:prstGeom prst="rect">
            <a:avLst/>
          </a:prstGeom>
        </p:spPr>
      </p:pic>
      <p:pic>
        <p:nvPicPr>
          <p:cNvPr id="26" name="Picture 25" descr="Logo&#10;&#10;Description automatically generated with low confidence">
            <a:extLst>
              <a:ext uri="{FF2B5EF4-FFF2-40B4-BE49-F238E27FC236}">
                <a16:creationId xmlns:a16="http://schemas.microsoft.com/office/drawing/2014/main" id="{FA789803-19EB-4B5B-B0A6-B570DD65B5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165" y="9183093"/>
            <a:ext cx="685495" cy="685495"/>
          </a:xfrm>
          <a:prstGeom prst="rect">
            <a:avLst/>
          </a:prstGeom>
        </p:spPr>
      </p:pic>
      <p:pic>
        <p:nvPicPr>
          <p:cNvPr id="11" name="Picture 10" descr="Icon&#10;&#10;Description automatically generated with low confidence">
            <a:extLst>
              <a:ext uri="{FF2B5EF4-FFF2-40B4-BE49-F238E27FC236}">
                <a16:creationId xmlns:a16="http://schemas.microsoft.com/office/drawing/2014/main" id="{0FA79D7E-75FF-47CB-84FC-90434A9984E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4474" y="11427586"/>
            <a:ext cx="288000" cy="288000"/>
          </a:xfrm>
          <a:prstGeom prst="rect">
            <a:avLst/>
          </a:prstGeom>
        </p:spPr>
      </p:pic>
      <p:pic>
        <p:nvPicPr>
          <p:cNvPr id="29" name="Picture 28" descr="Icon&#10;&#10;Description automatically generated">
            <a:extLst>
              <a:ext uri="{FF2B5EF4-FFF2-40B4-BE49-F238E27FC236}">
                <a16:creationId xmlns:a16="http://schemas.microsoft.com/office/drawing/2014/main" id="{E0631E0F-0CFA-489A-BADB-E76E0502450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2039" y="4487638"/>
            <a:ext cx="1296000" cy="1296000"/>
          </a:xfrm>
          <a:prstGeom prst="ellipse">
            <a:avLst/>
          </a:prstGeom>
          <a:ln w="57150">
            <a:solidFill>
              <a:srgbClr val="F1711A"/>
            </a:solidFill>
          </a:ln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441E688D-B8FB-4495-B1EA-E6A1A43F3C69}"/>
              </a:ext>
            </a:extLst>
          </p:cNvPr>
          <p:cNvSpPr txBox="1"/>
          <p:nvPr/>
        </p:nvSpPr>
        <p:spPr>
          <a:xfrm>
            <a:off x="2953017" y="5475865"/>
            <a:ext cx="2139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rgbClr val="363D45"/>
                </a:solidFill>
              </a:rPr>
              <a:t>10 </a:t>
            </a:r>
            <a:r>
              <a:rPr lang="de-DE" dirty="0" err="1">
                <a:solidFill>
                  <a:srgbClr val="363D45"/>
                </a:solidFill>
              </a:rPr>
              <a:t>kilometers</a:t>
            </a:r>
            <a:r>
              <a:rPr lang="de-DE" dirty="0">
                <a:solidFill>
                  <a:srgbClr val="363D45"/>
                </a:solidFill>
              </a:rPr>
              <a:t> </a:t>
            </a:r>
            <a:r>
              <a:rPr lang="de-DE" dirty="0" err="1">
                <a:solidFill>
                  <a:srgbClr val="363D45"/>
                </a:solidFill>
              </a:rPr>
              <a:t>away</a:t>
            </a:r>
            <a:endParaRPr lang="de-DE" dirty="0">
              <a:solidFill>
                <a:srgbClr val="363D45"/>
              </a:solidFill>
            </a:endParaRPr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76C7F1DD-1594-4587-B882-C491146B36C5}"/>
              </a:ext>
            </a:extLst>
          </p:cNvPr>
          <p:cNvSpPr/>
          <p:nvPr/>
        </p:nvSpPr>
        <p:spPr>
          <a:xfrm>
            <a:off x="2177689" y="6143049"/>
            <a:ext cx="3701570" cy="916263"/>
          </a:xfrm>
          <a:prstGeom prst="roundRect">
            <a:avLst/>
          </a:prstGeom>
          <a:solidFill>
            <a:schemeClr val="bg1">
              <a:lumMod val="95000"/>
              <a:alpha val="45000"/>
            </a:schemeClr>
          </a:solidFill>
          <a:ln w="38100">
            <a:solidFill>
              <a:srgbClr val="F1711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de-DE" dirty="0">
                <a:solidFill>
                  <a:srgbClr val="363D45"/>
                </a:solidFill>
              </a:rPr>
              <a:t>Here </a:t>
            </a:r>
            <a:r>
              <a:rPr lang="de-DE" dirty="0" err="1">
                <a:solidFill>
                  <a:srgbClr val="363D45"/>
                </a:solidFill>
              </a:rPr>
              <a:t>is</a:t>
            </a:r>
            <a:r>
              <a:rPr lang="de-DE" dirty="0">
                <a:solidFill>
                  <a:srgbClr val="363D45"/>
                </a:solidFill>
              </a:rPr>
              <a:t> </a:t>
            </a:r>
            <a:r>
              <a:rPr lang="de-DE" dirty="0" err="1">
                <a:solidFill>
                  <a:srgbClr val="363D45"/>
                </a:solidFill>
              </a:rPr>
              <a:t>some</a:t>
            </a:r>
            <a:r>
              <a:rPr lang="de-DE" dirty="0">
                <a:solidFill>
                  <a:srgbClr val="363D45"/>
                </a:solidFill>
              </a:rPr>
              <a:t> </a:t>
            </a:r>
            <a:r>
              <a:rPr lang="de-DE" dirty="0" err="1">
                <a:solidFill>
                  <a:srgbClr val="363D45"/>
                </a:solidFill>
              </a:rPr>
              <a:t>info</a:t>
            </a:r>
            <a:r>
              <a:rPr lang="de-DE" dirty="0">
                <a:solidFill>
                  <a:srgbClr val="363D45"/>
                </a:solidFill>
              </a:rPr>
              <a:t> </a:t>
            </a:r>
            <a:r>
              <a:rPr lang="de-DE" dirty="0" err="1">
                <a:solidFill>
                  <a:srgbClr val="363D45"/>
                </a:solidFill>
              </a:rPr>
              <a:t>that</a:t>
            </a:r>
            <a:r>
              <a:rPr lang="de-DE" dirty="0">
                <a:solidFill>
                  <a:srgbClr val="363D45"/>
                </a:solidFill>
              </a:rPr>
              <a:t> </a:t>
            </a:r>
            <a:r>
              <a:rPr lang="de-DE" dirty="0" err="1">
                <a:solidFill>
                  <a:srgbClr val="363D45"/>
                </a:solidFill>
              </a:rPr>
              <a:t>you</a:t>
            </a:r>
            <a:r>
              <a:rPr lang="de-DE" dirty="0">
                <a:solidFill>
                  <a:srgbClr val="363D45"/>
                </a:solidFill>
              </a:rPr>
              <a:t> </a:t>
            </a:r>
            <a:r>
              <a:rPr lang="de-DE" dirty="0" err="1">
                <a:solidFill>
                  <a:srgbClr val="363D45"/>
                </a:solidFill>
              </a:rPr>
              <a:t>definitely</a:t>
            </a:r>
            <a:r>
              <a:rPr lang="de-DE" dirty="0">
                <a:solidFill>
                  <a:srgbClr val="363D45"/>
                </a:solidFill>
              </a:rPr>
              <a:t> </a:t>
            </a:r>
            <a:r>
              <a:rPr lang="de-DE" dirty="0" err="1">
                <a:solidFill>
                  <a:srgbClr val="363D45"/>
                </a:solidFill>
              </a:rPr>
              <a:t>need</a:t>
            </a:r>
            <a:r>
              <a:rPr lang="de-DE" dirty="0">
                <a:solidFill>
                  <a:srgbClr val="363D45"/>
                </a:solidFill>
              </a:rPr>
              <a:t> </a:t>
            </a:r>
            <a:r>
              <a:rPr lang="de-DE" dirty="0" err="1">
                <a:solidFill>
                  <a:srgbClr val="363D45"/>
                </a:solidFill>
              </a:rPr>
              <a:t>to</a:t>
            </a:r>
            <a:r>
              <a:rPr lang="de-DE" dirty="0">
                <a:solidFill>
                  <a:srgbClr val="363D45"/>
                </a:solidFill>
              </a:rPr>
              <a:t> </a:t>
            </a:r>
            <a:r>
              <a:rPr lang="de-DE" dirty="0" err="1">
                <a:solidFill>
                  <a:srgbClr val="363D45"/>
                </a:solidFill>
              </a:rPr>
              <a:t>get</a:t>
            </a:r>
            <a:r>
              <a:rPr lang="de-DE" dirty="0">
                <a:solidFill>
                  <a:srgbClr val="363D45"/>
                </a:solidFill>
              </a:rPr>
              <a:t> </a:t>
            </a:r>
            <a:r>
              <a:rPr lang="de-DE" dirty="0" err="1">
                <a:solidFill>
                  <a:srgbClr val="363D45"/>
                </a:solidFill>
              </a:rPr>
              <a:t>to</a:t>
            </a:r>
            <a:r>
              <a:rPr lang="de-DE" dirty="0">
                <a:solidFill>
                  <a:srgbClr val="363D45"/>
                </a:solidFill>
              </a:rPr>
              <a:t> </a:t>
            </a:r>
            <a:r>
              <a:rPr lang="de-DE" dirty="0" err="1">
                <a:solidFill>
                  <a:srgbClr val="363D45"/>
                </a:solidFill>
              </a:rPr>
              <a:t>know</a:t>
            </a:r>
            <a:r>
              <a:rPr lang="de-DE" dirty="0">
                <a:solidFill>
                  <a:srgbClr val="363D45"/>
                </a:solidFill>
              </a:rPr>
              <a:t> me.</a:t>
            </a:r>
          </a:p>
        </p:txBody>
      </p:sp>
      <p:pic>
        <p:nvPicPr>
          <p:cNvPr id="30" name="Picture 2" descr="Discord's Branding Guidelines">
            <a:extLst>
              <a:ext uri="{FF2B5EF4-FFF2-40B4-BE49-F238E27FC236}">
                <a16:creationId xmlns:a16="http://schemas.microsoft.com/office/drawing/2014/main" id="{DBD79F60-BC31-442C-8929-2BB0E5C164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219" y="8976482"/>
            <a:ext cx="504000" cy="568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Grafik 30">
            <a:extLst>
              <a:ext uri="{FF2B5EF4-FFF2-40B4-BE49-F238E27FC236}">
                <a16:creationId xmlns:a16="http://schemas.microsoft.com/office/drawing/2014/main" id="{00E4ED6A-4E59-4F34-B33B-564667D97F67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02" t="14821" r="24968" b="15882"/>
          <a:stretch/>
        </p:blipFill>
        <p:spPr>
          <a:xfrm>
            <a:off x="3218859" y="8971817"/>
            <a:ext cx="612000" cy="577822"/>
          </a:xfrm>
          <a:prstGeom prst="rect">
            <a:avLst/>
          </a:prstGeom>
        </p:spPr>
      </p:pic>
      <p:pic>
        <p:nvPicPr>
          <p:cNvPr id="32" name="Grafik 31">
            <a:extLst>
              <a:ext uri="{FF2B5EF4-FFF2-40B4-BE49-F238E27FC236}">
                <a16:creationId xmlns:a16="http://schemas.microsoft.com/office/drawing/2014/main" id="{90CEF559-19A0-4BBF-912F-D3E2CF43862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8138" y="9009043"/>
            <a:ext cx="504000" cy="504000"/>
          </a:xfrm>
          <a:prstGeom prst="rect">
            <a:avLst/>
          </a:prstGeom>
        </p:spPr>
      </p:pic>
      <p:pic>
        <p:nvPicPr>
          <p:cNvPr id="33" name="Grafik 32">
            <a:extLst>
              <a:ext uri="{FF2B5EF4-FFF2-40B4-BE49-F238E27FC236}">
                <a16:creationId xmlns:a16="http://schemas.microsoft.com/office/drawing/2014/main" id="{DD994C95-FD13-4E44-9D84-BA725578EC0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2499" y="9009043"/>
            <a:ext cx="504000" cy="503370"/>
          </a:xfrm>
          <a:prstGeom prst="rect">
            <a:avLst/>
          </a:prstGeom>
        </p:spPr>
      </p:pic>
      <p:pic>
        <p:nvPicPr>
          <p:cNvPr id="35" name="Grafik 34">
            <a:extLst>
              <a:ext uri="{FF2B5EF4-FFF2-40B4-BE49-F238E27FC236}">
                <a16:creationId xmlns:a16="http://schemas.microsoft.com/office/drawing/2014/main" id="{B1440218-5BD3-4EE8-BB94-7D7B80970A9B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86" r="14762"/>
          <a:stretch/>
        </p:blipFill>
        <p:spPr>
          <a:xfrm>
            <a:off x="2199264" y="7508835"/>
            <a:ext cx="612439" cy="504000"/>
          </a:xfrm>
          <a:prstGeom prst="rect">
            <a:avLst/>
          </a:prstGeom>
        </p:spPr>
      </p:pic>
      <p:pic>
        <p:nvPicPr>
          <p:cNvPr id="36" name="Grafik 35">
            <a:extLst>
              <a:ext uri="{FF2B5EF4-FFF2-40B4-BE49-F238E27FC236}">
                <a16:creationId xmlns:a16="http://schemas.microsoft.com/office/drawing/2014/main" id="{0C456F5C-5CA6-4639-9017-C3D89D3D8D7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0244" y="7511676"/>
            <a:ext cx="504000" cy="504000"/>
          </a:xfrm>
          <a:prstGeom prst="rect">
            <a:avLst/>
          </a:prstGeom>
        </p:spPr>
      </p:pic>
      <p:sp>
        <p:nvSpPr>
          <p:cNvPr id="37" name="Rechteck: abgerundete Ecken 36">
            <a:extLst>
              <a:ext uri="{FF2B5EF4-FFF2-40B4-BE49-F238E27FC236}">
                <a16:creationId xmlns:a16="http://schemas.microsoft.com/office/drawing/2014/main" id="{F5E4D1C2-4122-400A-AFF1-713F42F5BB7E}"/>
              </a:ext>
            </a:extLst>
          </p:cNvPr>
          <p:cNvSpPr/>
          <p:nvPr/>
        </p:nvSpPr>
        <p:spPr>
          <a:xfrm>
            <a:off x="2872248" y="10064356"/>
            <a:ext cx="2312452" cy="823145"/>
          </a:xfrm>
          <a:prstGeom prst="roundRect">
            <a:avLst/>
          </a:prstGeom>
          <a:solidFill>
            <a:srgbClr val="28AFB0">
              <a:alpha val="44706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363D45"/>
                </a:solidFill>
                <a:latin typeface="Arial Black" panose="020B0A04020102020204" pitchFamily="34" charset="0"/>
              </a:rPr>
              <a:t>REQUEST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1F8F5157-BBD2-41AD-A1E1-AC4298CB1C92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0735" y="7492133"/>
            <a:ext cx="540000" cy="54000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1AEFCA0D-6FE7-41A9-A1AB-11999F788C8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8138" y="7533813"/>
            <a:ext cx="504042" cy="504042"/>
          </a:xfrm>
          <a:prstGeom prst="rect">
            <a:avLst/>
          </a:prstGeom>
        </p:spPr>
      </p:pic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DF4D8257-9A5F-41AE-9719-83C1E1704763}"/>
              </a:ext>
            </a:extLst>
          </p:cNvPr>
          <p:cNvCxnSpPr>
            <a:cxnSpLocks/>
          </p:cNvCxnSpPr>
          <p:nvPr/>
        </p:nvCxnSpPr>
        <p:spPr>
          <a:xfrm flipV="1">
            <a:off x="1887244" y="8442340"/>
            <a:ext cx="4271293" cy="8067"/>
          </a:xfrm>
          <a:prstGeom prst="line">
            <a:avLst/>
          </a:prstGeom>
          <a:ln w="6350">
            <a:solidFill>
              <a:srgbClr val="28AFB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" name="Picture 37" descr="A picture containing text, umbrella, accessory, vector graphics&#10;&#10;Description automatically generated">
            <a:extLst>
              <a:ext uri="{FF2B5EF4-FFF2-40B4-BE49-F238E27FC236}">
                <a16:creationId xmlns:a16="http://schemas.microsoft.com/office/drawing/2014/main" id="{3781828E-C309-417D-91ED-7EFF86D01AF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4519" y="1843042"/>
            <a:ext cx="685495" cy="685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2450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ap&#10;&#10;Description automatically generated">
            <a:extLst>
              <a:ext uri="{FF2B5EF4-FFF2-40B4-BE49-F238E27FC236}">
                <a16:creationId xmlns:a16="http://schemas.microsoft.com/office/drawing/2014/main" id="{9CE16D00-63CB-4F1B-8719-37920EC7E03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64" r="24138"/>
          <a:stretch/>
        </p:blipFill>
        <p:spPr>
          <a:xfrm>
            <a:off x="0" y="0"/>
            <a:ext cx="6858000" cy="12192000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FBAD31F-80B3-459D-89EE-A4771211DED1}"/>
              </a:ext>
            </a:extLst>
          </p:cNvPr>
          <p:cNvSpPr/>
          <p:nvPr/>
        </p:nvSpPr>
        <p:spPr>
          <a:xfrm>
            <a:off x="1662761" y="4806099"/>
            <a:ext cx="4743450" cy="6705600"/>
          </a:xfrm>
          <a:prstGeom prst="roundRect">
            <a:avLst/>
          </a:prstGeom>
          <a:solidFill>
            <a:schemeClr val="bg1"/>
          </a:solidFill>
          <a:ln w="76200">
            <a:solidFill>
              <a:srgbClr val="F1711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e-DE" sz="400" dirty="0">
                <a:solidFill>
                  <a:srgbClr val="363D45"/>
                </a:solidFill>
                <a:latin typeface="Arial Black" panose="020B0A04020102020204" pitchFamily="34" charset="0"/>
              </a:rPr>
              <a:t>  </a:t>
            </a:r>
          </a:p>
          <a:p>
            <a:pPr algn="ctr"/>
            <a:r>
              <a:rPr lang="de-DE" sz="2400" dirty="0">
                <a:solidFill>
                  <a:srgbClr val="363D45"/>
                </a:solidFill>
                <a:latin typeface="Arial Black" panose="020B0A04020102020204" pitchFamily="34" charset="0"/>
              </a:rPr>
              <a:t>Max, 21</a:t>
            </a:r>
          </a:p>
        </p:txBody>
      </p:sp>
      <p:pic>
        <p:nvPicPr>
          <p:cNvPr id="13" name="Picture 12" descr="Logo&#10;&#10;Description automatically generated with low confidence">
            <a:extLst>
              <a:ext uri="{FF2B5EF4-FFF2-40B4-BE49-F238E27FC236}">
                <a16:creationId xmlns:a16="http://schemas.microsoft.com/office/drawing/2014/main" id="{1238838A-3C66-4254-BE49-6CD93A2D4E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245" y="2395543"/>
            <a:ext cx="685495" cy="685495"/>
          </a:xfrm>
          <a:prstGeom prst="rect">
            <a:avLst/>
          </a:prstGeom>
        </p:spPr>
      </p:pic>
      <p:pic>
        <p:nvPicPr>
          <p:cNvPr id="17" name="Picture 16" descr="Icon&#10;&#10;Description automatically generated with medium confidence">
            <a:extLst>
              <a:ext uri="{FF2B5EF4-FFF2-40B4-BE49-F238E27FC236}">
                <a16:creationId xmlns:a16="http://schemas.microsoft.com/office/drawing/2014/main" id="{0F3FCF16-FF92-4736-BDA1-C32BF394FD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535" y="1433241"/>
            <a:ext cx="685495" cy="685495"/>
          </a:xfrm>
          <a:prstGeom prst="rect">
            <a:avLst/>
          </a:prstGeom>
        </p:spPr>
      </p:pic>
      <p:pic>
        <p:nvPicPr>
          <p:cNvPr id="3" name="Picture 2" descr="Icon&#10;&#10;Description automatically generated">
            <a:extLst>
              <a:ext uri="{FF2B5EF4-FFF2-40B4-BE49-F238E27FC236}">
                <a16:creationId xmlns:a16="http://schemas.microsoft.com/office/drawing/2014/main" id="{FC551812-110F-479D-80EA-1B6ED14795B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7463" y="11373539"/>
            <a:ext cx="514045" cy="514045"/>
          </a:xfrm>
          <a:prstGeom prst="rect">
            <a:avLst/>
          </a:prstGeom>
        </p:spPr>
      </p:pic>
      <p:pic>
        <p:nvPicPr>
          <p:cNvPr id="18" name="Picture 17" descr="Icon&#10;&#10;Description automatically generated with medium confidence">
            <a:extLst>
              <a:ext uri="{FF2B5EF4-FFF2-40B4-BE49-F238E27FC236}">
                <a16:creationId xmlns:a16="http://schemas.microsoft.com/office/drawing/2014/main" id="{23A7AADA-D1C0-4D54-A143-544355CE96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58" y="7659476"/>
            <a:ext cx="685495" cy="685495"/>
          </a:xfrm>
          <a:prstGeom prst="rect">
            <a:avLst/>
          </a:prstGeom>
        </p:spPr>
      </p:pic>
      <p:pic>
        <p:nvPicPr>
          <p:cNvPr id="19" name="Picture 18" descr="A picture containing text, umbrella, accessory, vector graphics&#10;&#10;Description automatically generated">
            <a:extLst>
              <a:ext uri="{FF2B5EF4-FFF2-40B4-BE49-F238E27FC236}">
                <a16:creationId xmlns:a16="http://schemas.microsoft.com/office/drawing/2014/main" id="{C5EDD71D-FFF3-4174-9CFC-643FE263B65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856" y="6322688"/>
            <a:ext cx="685495" cy="685495"/>
          </a:xfrm>
          <a:prstGeom prst="rect">
            <a:avLst/>
          </a:prstGeom>
        </p:spPr>
      </p:pic>
      <p:pic>
        <p:nvPicPr>
          <p:cNvPr id="20" name="Picture 19" descr="Logo&#10;&#10;Description automatically generated with low confidence">
            <a:extLst>
              <a:ext uri="{FF2B5EF4-FFF2-40B4-BE49-F238E27FC236}">
                <a16:creationId xmlns:a16="http://schemas.microsoft.com/office/drawing/2014/main" id="{97F216AD-8A04-45DD-9B9E-16FA636C07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134" y="4189776"/>
            <a:ext cx="685495" cy="685495"/>
          </a:xfrm>
          <a:prstGeom prst="rect">
            <a:avLst/>
          </a:prstGeom>
        </p:spPr>
      </p:pic>
      <p:pic>
        <p:nvPicPr>
          <p:cNvPr id="23" name="Picture 22" descr="Icon&#10;&#10;Description automatically generated with medium confidence">
            <a:extLst>
              <a:ext uri="{FF2B5EF4-FFF2-40B4-BE49-F238E27FC236}">
                <a16:creationId xmlns:a16="http://schemas.microsoft.com/office/drawing/2014/main" id="{AD51EC2B-DE8C-4054-821B-2F3CA93DCC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3290" y="2423335"/>
            <a:ext cx="685495" cy="685495"/>
          </a:xfrm>
          <a:prstGeom prst="rect">
            <a:avLst/>
          </a:prstGeom>
        </p:spPr>
      </p:pic>
      <p:pic>
        <p:nvPicPr>
          <p:cNvPr id="24" name="Picture 23" descr="A picture containing text, umbrella, accessory, vector graphics&#10;&#10;Description automatically generated">
            <a:extLst>
              <a:ext uri="{FF2B5EF4-FFF2-40B4-BE49-F238E27FC236}">
                <a16:creationId xmlns:a16="http://schemas.microsoft.com/office/drawing/2014/main" id="{12E613EC-F51B-4CE7-BAF0-813978C83CA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6038" y="3656681"/>
            <a:ext cx="685495" cy="685495"/>
          </a:xfrm>
          <a:prstGeom prst="rect">
            <a:avLst/>
          </a:prstGeom>
        </p:spPr>
      </p:pic>
      <p:pic>
        <p:nvPicPr>
          <p:cNvPr id="25" name="Picture 24" descr="Logo&#10;&#10;Description automatically generated with low confidence">
            <a:extLst>
              <a:ext uri="{FF2B5EF4-FFF2-40B4-BE49-F238E27FC236}">
                <a16:creationId xmlns:a16="http://schemas.microsoft.com/office/drawing/2014/main" id="{3B8A2968-161D-4D55-A265-09E8EA3FAA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8990" y="2816319"/>
            <a:ext cx="685495" cy="685495"/>
          </a:xfrm>
          <a:prstGeom prst="rect">
            <a:avLst/>
          </a:prstGeom>
        </p:spPr>
      </p:pic>
      <p:pic>
        <p:nvPicPr>
          <p:cNvPr id="26" name="Picture 25" descr="Logo&#10;&#10;Description automatically generated with low confidence">
            <a:extLst>
              <a:ext uri="{FF2B5EF4-FFF2-40B4-BE49-F238E27FC236}">
                <a16:creationId xmlns:a16="http://schemas.microsoft.com/office/drawing/2014/main" id="{FA789803-19EB-4B5B-B0A6-B570DD65B5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165" y="9183093"/>
            <a:ext cx="685495" cy="685495"/>
          </a:xfrm>
          <a:prstGeom prst="rect">
            <a:avLst/>
          </a:prstGeom>
        </p:spPr>
      </p:pic>
      <p:pic>
        <p:nvPicPr>
          <p:cNvPr id="11" name="Picture 10" descr="Icon&#10;&#10;Description automatically generated with low confidence">
            <a:extLst>
              <a:ext uri="{FF2B5EF4-FFF2-40B4-BE49-F238E27FC236}">
                <a16:creationId xmlns:a16="http://schemas.microsoft.com/office/drawing/2014/main" id="{0FA79D7E-75FF-47CB-84FC-90434A9984E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4474" y="11427586"/>
            <a:ext cx="288000" cy="288000"/>
          </a:xfrm>
          <a:prstGeom prst="rect">
            <a:avLst/>
          </a:prstGeom>
        </p:spPr>
      </p:pic>
      <p:pic>
        <p:nvPicPr>
          <p:cNvPr id="29" name="Picture 28" descr="Icon&#10;&#10;Description automatically generated">
            <a:extLst>
              <a:ext uri="{FF2B5EF4-FFF2-40B4-BE49-F238E27FC236}">
                <a16:creationId xmlns:a16="http://schemas.microsoft.com/office/drawing/2014/main" id="{E0631E0F-0CFA-489A-BADB-E76E0502450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2039" y="4487638"/>
            <a:ext cx="1296000" cy="1296000"/>
          </a:xfrm>
          <a:prstGeom prst="ellipse">
            <a:avLst/>
          </a:prstGeom>
          <a:ln w="57150">
            <a:solidFill>
              <a:srgbClr val="F1711A"/>
            </a:solidFill>
          </a:ln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441E688D-B8FB-4495-B1EA-E6A1A43F3C69}"/>
              </a:ext>
            </a:extLst>
          </p:cNvPr>
          <p:cNvSpPr txBox="1"/>
          <p:nvPr/>
        </p:nvSpPr>
        <p:spPr>
          <a:xfrm>
            <a:off x="2953017" y="5475865"/>
            <a:ext cx="2139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rgbClr val="363D45"/>
                </a:solidFill>
              </a:rPr>
              <a:t>10 </a:t>
            </a:r>
            <a:r>
              <a:rPr lang="de-DE" dirty="0" err="1">
                <a:solidFill>
                  <a:srgbClr val="363D45"/>
                </a:solidFill>
              </a:rPr>
              <a:t>kilometers</a:t>
            </a:r>
            <a:r>
              <a:rPr lang="de-DE" dirty="0">
                <a:solidFill>
                  <a:srgbClr val="363D45"/>
                </a:solidFill>
              </a:rPr>
              <a:t> </a:t>
            </a:r>
            <a:r>
              <a:rPr lang="de-DE" dirty="0" err="1">
                <a:solidFill>
                  <a:srgbClr val="363D45"/>
                </a:solidFill>
              </a:rPr>
              <a:t>away</a:t>
            </a:r>
            <a:endParaRPr lang="de-DE" dirty="0">
              <a:solidFill>
                <a:srgbClr val="363D45"/>
              </a:solidFill>
            </a:endParaRPr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76C7F1DD-1594-4587-B882-C491146B36C5}"/>
              </a:ext>
            </a:extLst>
          </p:cNvPr>
          <p:cNvSpPr/>
          <p:nvPr/>
        </p:nvSpPr>
        <p:spPr>
          <a:xfrm>
            <a:off x="2177689" y="6143049"/>
            <a:ext cx="3701570" cy="916263"/>
          </a:xfrm>
          <a:prstGeom prst="roundRect">
            <a:avLst/>
          </a:prstGeom>
          <a:solidFill>
            <a:schemeClr val="bg1">
              <a:lumMod val="95000"/>
              <a:alpha val="45000"/>
            </a:schemeClr>
          </a:solidFill>
          <a:ln w="38100">
            <a:solidFill>
              <a:srgbClr val="F1711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de-DE" dirty="0">
                <a:solidFill>
                  <a:srgbClr val="363D45"/>
                </a:solidFill>
              </a:rPr>
              <a:t>Here </a:t>
            </a:r>
            <a:r>
              <a:rPr lang="de-DE" dirty="0" err="1">
                <a:solidFill>
                  <a:srgbClr val="363D45"/>
                </a:solidFill>
              </a:rPr>
              <a:t>is</a:t>
            </a:r>
            <a:r>
              <a:rPr lang="de-DE" dirty="0">
                <a:solidFill>
                  <a:srgbClr val="363D45"/>
                </a:solidFill>
              </a:rPr>
              <a:t> </a:t>
            </a:r>
            <a:r>
              <a:rPr lang="de-DE" dirty="0" err="1">
                <a:solidFill>
                  <a:srgbClr val="363D45"/>
                </a:solidFill>
              </a:rPr>
              <a:t>some</a:t>
            </a:r>
            <a:r>
              <a:rPr lang="de-DE" dirty="0">
                <a:solidFill>
                  <a:srgbClr val="363D45"/>
                </a:solidFill>
              </a:rPr>
              <a:t> </a:t>
            </a:r>
            <a:r>
              <a:rPr lang="de-DE" dirty="0" err="1">
                <a:solidFill>
                  <a:srgbClr val="363D45"/>
                </a:solidFill>
              </a:rPr>
              <a:t>info</a:t>
            </a:r>
            <a:r>
              <a:rPr lang="de-DE" dirty="0">
                <a:solidFill>
                  <a:srgbClr val="363D45"/>
                </a:solidFill>
              </a:rPr>
              <a:t> </a:t>
            </a:r>
            <a:r>
              <a:rPr lang="de-DE" dirty="0" err="1">
                <a:solidFill>
                  <a:srgbClr val="363D45"/>
                </a:solidFill>
              </a:rPr>
              <a:t>that</a:t>
            </a:r>
            <a:r>
              <a:rPr lang="de-DE" dirty="0">
                <a:solidFill>
                  <a:srgbClr val="363D45"/>
                </a:solidFill>
              </a:rPr>
              <a:t> </a:t>
            </a:r>
            <a:r>
              <a:rPr lang="de-DE" dirty="0" err="1">
                <a:solidFill>
                  <a:srgbClr val="363D45"/>
                </a:solidFill>
              </a:rPr>
              <a:t>you</a:t>
            </a:r>
            <a:r>
              <a:rPr lang="de-DE" dirty="0">
                <a:solidFill>
                  <a:srgbClr val="363D45"/>
                </a:solidFill>
              </a:rPr>
              <a:t> </a:t>
            </a:r>
            <a:r>
              <a:rPr lang="de-DE" dirty="0" err="1">
                <a:solidFill>
                  <a:srgbClr val="363D45"/>
                </a:solidFill>
              </a:rPr>
              <a:t>definitely</a:t>
            </a:r>
            <a:r>
              <a:rPr lang="de-DE" dirty="0">
                <a:solidFill>
                  <a:srgbClr val="363D45"/>
                </a:solidFill>
              </a:rPr>
              <a:t> </a:t>
            </a:r>
            <a:r>
              <a:rPr lang="de-DE" dirty="0" err="1">
                <a:solidFill>
                  <a:srgbClr val="363D45"/>
                </a:solidFill>
              </a:rPr>
              <a:t>need</a:t>
            </a:r>
            <a:r>
              <a:rPr lang="de-DE" dirty="0">
                <a:solidFill>
                  <a:srgbClr val="363D45"/>
                </a:solidFill>
              </a:rPr>
              <a:t> </a:t>
            </a:r>
            <a:r>
              <a:rPr lang="de-DE" dirty="0" err="1">
                <a:solidFill>
                  <a:srgbClr val="363D45"/>
                </a:solidFill>
              </a:rPr>
              <a:t>to</a:t>
            </a:r>
            <a:r>
              <a:rPr lang="de-DE" dirty="0">
                <a:solidFill>
                  <a:srgbClr val="363D45"/>
                </a:solidFill>
              </a:rPr>
              <a:t> </a:t>
            </a:r>
            <a:r>
              <a:rPr lang="de-DE" dirty="0" err="1">
                <a:solidFill>
                  <a:srgbClr val="363D45"/>
                </a:solidFill>
              </a:rPr>
              <a:t>get</a:t>
            </a:r>
            <a:r>
              <a:rPr lang="de-DE" dirty="0">
                <a:solidFill>
                  <a:srgbClr val="363D45"/>
                </a:solidFill>
              </a:rPr>
              <a:t> </a:t>
            </a:r>
            <a:r>
              <a:rPr lang="de-DE" dirty="0" err="1">
                <a:solidFill>
                  <a:srgbClr val="363D45"/>
                </a:solidFill>
              </a:rPr>
              <a:t>to</a:t>
            </a:r>
            <a:r>
              <a:rPr lang="de-DE" dirty="0">
                <a:solidFill>
                  <a:srgbClr val="363D45"/>
                </a:solidFill>
              </a:rPr>
              <a:t> </a:t>
            </a:r>
            <a:r>
              <a:rPr lang="de-DE" dirty="0" err="1">
                <a:solidFill>
                  <a:srgbClr val="363D45"/>
                </a:solidFill>
              </a:rPr>
              <a:t>know</a:t>
            </a:r>
            <a:r>
              <a:rPr lang="de-DE" dirty="0">
                <a:solidFill>
                  <a:srgbClr val="363D45"/>
                </a:solidFill>
              </a:rPr>
              <a:t> me.</a:t>
            </a:r>
          </a:p>
        </p:txBody>
      </p:sp>
      <p:pic>
        <p:nvPicPr>
          <p:cNvPr id="30" name="Picture 2" descr="Discord's Branding Guidelines">
            <a:extLst>
              <a:ext uri="{FF2B5EF4-FFF2-40B4-BE49-F238E27FC236}">
                <a16:creationId xmlns:a16="http://schemas.microsoft.com/office/drawing/2014/main" id="{DBD79F60-BC31-442C-8929-2BB0E5C164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219" y="8976482"/>
            <a:ext cx="504000" cy="568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Grafik 30">
            <a:extLst>
              <a:ext uri="{FF2B5EF4-FFF2-40B4-BE49-F238E27FC236}">
                <a16:creationId xmlns:a16="http://schemas.microsoft.com/office/drawing/2014/main" id="{00E4ED6A-4E59-4F34-B33B-564667D97F67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02" t="14821" r="24968" b="15882"/>
          <a:stretch/>
        </p:blipFill>
        <p:spPr>
          <a:xfrm>
            <a:off x="3218859" y="8971817"/>
            <a:ext cx="612000" cy="577822"/>
          </a:xfrm>
          <a:prstGeom prst="rect">
            <a:avLst/>
          </a:prstGeom>
        </p:spPr>
      </p:pic>
      <p:pic>
        <p:nvPicPr>
          <p:cNvPr id="32" name="Grafik 31">
            <a:extLst>
              <a:ext uri="{FF2B5EF4-FFF2-40B4-BE49-F238E27FC236}">
                <a16:creationId xmlns:a16="http://schemas.microsoft.com/office/drawing/2014/main" id="{90CEF559-19A0-4BBF-912F-D3E2CF43862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8138" y="9009043"/>
            <a:ext cx="504000" cy="504000"/>
          </a:xfrm>
          <a:prstGeom prst="rect">
            <a:avLst/>
          </a:prstGeom>
        </p:spPr>
      </p:pic>
      <p:pic>
        <p:nvPicPr>
          <p:cNvPr id="33" name="Grafik 32">
            <a:extLst>
              <a:ext uri="{FF2B5EF4-FFF2-40B4-BE49-F238E27FC236}">
                <a16:creationId xmlns:a16="http://schemas.microsoft.com/office/drawing/2014/main" id="{DD994C95-FD13-4E44-9D84-BA725578EC0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2499" y="9009043"/>
            <a:ext cx="504000" cy="503370"/>
          </a:xfrm>
          <a:prstGeom prst="rect">
            <a:avLst/>
          </a:prstGeom>
        </p:spPr>
      </p:pic>
      <p:pic>
        <p:nvPicPr>
          <p:cNvPr id="35" name="Grafik 34">
            <a:extLst>
              <a:ext uri="{FF2B5EF4-FFF2-40B4-BE49-F238E27FC236}">
                <a16:creationId xmlns:a16="http://schemas.microsoft.com/office/drawing/2014/main" id="{B1440218-5BD3-4EE8-BB94-7D7B80970A9B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86" r="14762"/>
          <a:stretch/>
        </p:blipFill>
        <p:spPr>
          <a:xfrm>
            <a:off x="2199264" y="7508835"/>
            <a:ext cx="612439" cy="504000"/>
          </a:xfrm>
          <a:prstGeom prst="rect">
            <a:avLst/>
          </a:prstGeom>
        </p:spPr>
      </p:pic>
      <p:pic>
        <p:nvPicPr>
          <p:cNvPr id="36" name="Grafik 35">
            <a:extLst>
              <a:ext uri="{FF2B5EF4-FFF2-40B4-BE49-F238E27FC236}">
                <a16:creationId xmlns:a16="http://schemas.microsoft.com/office/drawing/2014/main" id="{0C456F5C-5CA6-4639-9017-C3D89D3D8D7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0244" y="7511676"/>
            <a:ext cx="504000" cy="504000"/>
          </a:xfrm>
          <a:prstGeom prst="rect">
            <a:avLst/>
          </a:prstGeom>
        </p:spPr>
      </p:pic>
      <p:sp>
        <p:nvSpPr>
          <p:cNvPr id="37" name="Rechteck: abgerundete Ecken 36">
            <a:extLst>
              <a:ext uri="{FF2B5EF4-FFF2-40B4-BE49-F238E27FC236}">
                <a16:creationId xmlns:a16="http://schemas.microsoft.com/office/drawing/2014/main" id="{F5E4D1C2-4122-400A-AFF1-713F42F5BB7E}"/>
              </a:ext>
            </a:extLst>
          </p:cNvPr>
          <p:cNvSpPr/>
          <p:nvPr/>
        </p:nvSpPr>
        <p:spPr>
          <a:xfrm>
            <a:off x="2872248" y="10064356"/>
            <a:ext cx="2312452" cy="823145"/>
          </a:xfrm>
          <a:prstGeom prst="roundRect">
            <a:avLst/>
          </a:prstGeom>
          <a:solidFill>
            <a:srgbClr val="28AFB0">
              <a:alpha val="44706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363D45"/>
                </a:solidFill>
                <a:latin typeface="Arial Black" panose="020B0A04020102020204" pitchFamily="34" charset="0"/>
              </a:rPr>
              <a:t>REQUEST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1F8F5157-BBD2-41AD-A1E1-AC4298CB1C92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0735" y="7492133"/>
            <a:ext cx="540000" cy="54000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1AEFCA0D-6FE7-41A9-A1AB-11999F788C8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8138" y="7533813"/>
            <a:ext cx="504042" cy="504042"/>
          </a:xfrm>
          <a:prstGeom prst="rect">
            <a:avLst/>
          </a:prstGeom>
        </p:spPr>
      </p:pic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DF4D8257-9A5F-41AE-9719-83C1E1704763}"/>
              </a:ext>
            </a:extLst>
          </p:cNvPr>
          <p:cNvCxnSpPr>
            <a:cxnSpLocks/>
          </p:cNvCxnSpPr>
          <p:nvPr/>
        </p:nvCxnSpPr>
        <p:spPr>
          <a:xfrm flipV="1">
            <a:off x="1887244" y="8442340"/>
            <a:ext cx="4271293" cy="8067"/>
          </a:xfrm>
          <a:prstGeom prst="line">
            <a:avLst/>
          </a:prstGeom>
          <a:ln w="6350">
            <a:solidFill>
              <a:srgbClr val="28AFB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8905051-3A84-45CB-9F24-967C9312A197}"/>
              </a:ext>
            </a:extLst>
          </p:cNvPr>
          <p:cNvSpPr txBox="1"/>
          <p:nvPr/>
        </p:nvSpPr>
        <p:spPr>
          <a:xfrm>
            <a:off x="631178" y="280961"/>
            <a:ext cx="559564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6000" dirty="0">
                <a:solidFill>
                  <a:srgbClr val="28AFB0"/>
                </a:solidFill>
                <a:latin typeface="Dopestyle " pitchFamily="2" charset="0"/>
              </a:rPr>
              <a:t>C</a:t>
            </a:r>
            <a:r>
              <a:rPr lang="de-DE" sz="4800" dirty="0">
                <a:solidFill>
                  <a:srgbClr val="363D45"/>
                </a:solidFill>
                <a:latin typeface="Dopestyle " pitchFamily="2" charset="0"/>
              </a:rPr>
              <a:t>ontact </a:t>
            </a:r>
            <a:r>
              <a:rPr lang="de-DE" sz="6000" dirty="0" err="1">
                <a:solidFill>
                  <a:srgbClr val="28AFB0"/>
                </a:solidFill>
                <a:latin typeface="Dopestyle " pitchFamily="2" charset="0"/>
              </a:rPr>
              <a:t>a</a:t>
            </a:r>
            <a:r>
              <a:rPr lang="de-DE" sz="4800" dirty="0" err="1">
                <a:solidFill>
                  <a:srgbClr val="363D45"/>
                </a:solidFill>
                <a:latin typeface="Dopestyle " pitchFamily="2" charset="0"/>
              </a:rPr>
              <a:t>like</a:t>
            </a:r>
            <a:r>
              <a:rPr lang="de-DE" sz="4800" dirty="0">
                <a:solidFill>
                  <a:srgbClr val="363D45"/>
                </a:solidFill>
                <a:latin typeface="Dopestyle " pitchFamily="2" charset="0"/>
              </a:rPr>
              <a:t> </a:t>
            </a:r>
            <a:r>
              <a:rPr lang="de-DE" sz="6000" dirty="0">
                <a:solidFill>
                  <a:srgbClr val="28AFB0"/>
                </a:solidFill>
                <a:latin typeface="Dopestyle " pitchFamily="2" charset="0"/>
              </a:rPr>
              <a:t>P</a:t>
            </a:r>
            <a:r>
              <a:rPr lang="de-DE" sz="4800" dirty="0">
                <a:solidFill>
                  <a:srgbClr val="363D45"/>
                </a:solidFill>
                <a:latin typeface="Dopestyle " pitchFamily="2" charset="0"/>
              </a:rPr>
              <a:t>eople</a:t>
            </a:r>
            <a:endParaRPr lang="en-US" sz="4800" dirty="0">
              <a:solidFill>
                <a:srgbClr val="363D45"/>
              </a:solidFill>
              <a:latin typeface="Dopestyle " pitchFamily="2" charset="0"/>
            </a:endParaRPr>
          </a:p>
        </p:txBody>
      </p:sp>
      <p:pic>
        <p:nvPicPr>
          <p:cNvPr id="38" name="Picture 37" descr="A picture containing text, umbrella, accessory, vector graphics&#10;&#10;Description automatically generated">
            <a:extLst>
              <a:ext uri="{FF2B5EF4-FFF2-40B4-BE49-F238E27FC236}">
                <a16:creationId xmlns:a16="http://schemas.microsoft.com/office/drawing/2014/main" id="{3781828E-C309-417D-91ED-7EFF86D01AF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4519" y="1843042"/>
            <a:ext cx="685495" cy="685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4916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building, tiled&#10;&#10;Description automatically generated">
            <a:extLst>
              <a:ext uri="{FF2B5EF4-FFF2-40B4-BE49-F238E27FC236}">
                <a16:creationId xmlns:a16="http://schemas.microsoft.com/office/drawing/2014/main" id="{0F1E0542-09F3-4D99-8BFD-D5A41AC28C9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842" b="158"/>
          <a:stretch/>
        </p:blipFill>
        <p:spPr>
          <a:xfrm rot="16200000" flipH="1" flipV="1">
            <a:off x="-2667000" y="2667000"/>
            <a:ext cx="12192000" cy="68580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C0FA80E-DB35-47C7-A6BD-7DB3331ECA68}"/>
              </a:ext>
            </a:extLst>
          </p:cNvPr>
          <p:cNvSpPr/>
          <p:nvPr/>
        </p:nvSpPr>
        <p:spPr>
          <a:xfrm>
            <a:off x="926431" y="1136483"/>
            <a:ext cx="5005137" cy="8518358"/>
          </a:xfrm>
          <a:prstGeom prst="roundRect">
            <a:avLst>
              <a:gd name="adj" fmla="val 19872"/>
            </a:avLst>
          </a:prstGeom>
          <a:solidFill>
            <a:schemeClr val="bg1"/>
          </a:solidFill>
          <a:ln w="57150">
            <a:solidFill>
              <a:srgbClr val="363D4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000739-D678-44A7-B1E0-3B710481FFB1}"/>
              </a:ext>
            </a:extLst>
          </p:cNvPr>
          <p:cNvSpPr txBox="1"/>
          <p:nvPr/>
        </p:nvSpPr>
        <p:spPr>
          <a:xfrm>
            <a:off x="219337" y="10470484"/>
            <a:ext cx="622682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6600" dirty="0">
                <a:solidFill>
                  <a:srgbClr val="28AFB0"/>
                </a:solidFill>
                <a:latin typeface="Dopestyle " pitchFamily="2" charset="0"/>
              </a:rPr>
              <a:t>C</a:t>
            </a:r>
            <a:r>
              <a:rPr lang="de-DE" sz="5400" dirty="0">
                <a:solidFill>
                  <a:srgbClr val="363D45"/>
                </a:solidFill>
                <a:latin typeface="Dopestyle " pitchFamily="2" charset="0"/>
              </a:rPr>
              <a:t>ontact </a:t>
            </a:r>
            <a:r>
              <a:rPr lang="de-DE" sz="6600" dirty="0" err="1">
                <a:solidFill>
                  <a:srgbClr val="28AFB0"/>
                </a:solidFill>
                <a:latin typeface="Dopestyle " pitchFamily="2" charset="0"/>
              </a:rPr>
              <a:t>a</a:t>
            </a:r>
            <a:r>
              <a:rPr lang="de-DE" sz="5400" dirty="0" err="1">
                <a:solidFill>
                  <a:srgbClr val="363D45"/>
                </a:solidFill>
                <a:latin typeface="Dopestyle " pitchFamily="2" charset="0"/>
              </a:rPr>
              <a:t>like</a:t>
            </a:r>
            <a:r>
              <a:rPr lang="de-DE" sz="5400" dirty="0">
                <a:solidFill>
                  <a:srgbClr val="363D45"/>
                </a:solidFill>
                <a:latin typeface="Dopestyle " pitchFamily="2" charset="0"/>
              </a:rPr>
              <a:t> </a:t>
            </a:r>
            <a:r>
              <a:rPr lang="de-DE" sz="6600" dirty="0">
                <a:solidFill>
                  <a:srgbClr val="28AFB0"/>
                </a:solidFill>
                <a:latin typeface="Dopestyle " pitchFamily="2" charset="0"/>
              </a:rPr>
              <a:t>P</a:t>
            </a:r>
            <a:r>
              <a:rPr lang="de-DE" sz="5400" dirty="0">
                <a:solidFill>
                  <a:srgbClr val="363D45"/>
                </a:solidFill>
                <a:latin typeface="Dopestyle " pitchFamily="2" charset="0"/>
              </a:rPr>
              <a:t>eople</a:t>
            </a:r>
            <a:endParaRPr lang="en-US" sz="5400" dirty="0">
              <a:solidFill>
                <a:srgbClr val="363D45"/>
              </a:solidFill>
              <a:latin typeface="Dopestyle " pitchFamily="2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C730489-1A11-435D-9536-B916AF51AE18}"/>
              </a:ext>
            </a:extLst>
          </p:cNvPr>
          <p:cNvGrpSpPr/>
          <p:nvPr/>
        </p:nvGrpSpPr>
        <p:grpSpPr>
          <a:xfrm>
            <a:off x="3171978" y="9496614"/>
            <a:ext cx="514045" cy="514045"/>
            <a:chOff x="3777463" y="11373539"/>
            <a:chExt cx="514045" cy="514045"/>
          </a:xfrm>
        </p:grpSpPr>
        <p:pic>
          <p:nvPicPr>
            <p:cNvPr id="9" name="Picture 8" descr="Icon&#10;&#10;Description automatically generated">
              <a:extLst>
                <a:ext uri="{FF2B5EF4-FFF2-40B4-BE49-F238E27FC236}">
                  <a16:creationId xmlns:a16="http://schemas.microsoft.com/office/drawing/2014/main" id="{B8AFD92D-B46C-44AE-8BD9-3EB1EADDFB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77463" y="11373539"/>
              <a:ext cx="514045" cy="514045"/>
            </a:xfrm>
            <a:prstGeom prst="rect">
              <a:avLst/>
            </a:prstGeom>
          </p:spPr>
        </p:pic>
        <p:pic>
          <p:nvPicPr>
            <p:cNvPr id="10" name="Picture 9" descr="Icon&#10;&#10;Description automatically generated with low confidence">
              <a:extLst>
                <a:ext uri="{FF2B5EF4-FFF2-40B4-BE49-F238E27FC236}">
                  <a16:creationId xmlns:a16="http://schemas.microsoft.com/office/drawing/2014/main" id="{326EB044-2567-43E3-9EBB-1F8BA797F44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84474" y="11427586"/>
              <a:ext cx="288000" cy="288000"/>
            </a:xfrm>
            <a:prstGeom prst="rect">
              <a:avLst/>
            </a:prstGeom>
          </p:spPr>
        </p:pic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8BE87B8E-856C-48E7-98C1-4530E567D740}"/>
              </a:ext>
            </a:extLst>
          </p:cNvPr>
          <p:cNvSpPr txBox="1"/>
          <p:nvPr/>
        </p:nvSpPr>
        <p:spPr>
          <a:xfrm>
            <a:off x="1060337" y="6664869"/>
            <a:ext cx="26256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dirty="0">
                <a:solidFill>
                  <a:srgbClr val="363D45"/>
                </a:solidFill>
                <a:latin typeface="Arial Black" panose="020B0A04020102020204" pitchFamily="34" charset="0"/>
              </a:rPr>
              <a:t>Simon, 31</a:t>
            </a:r>
          </a:p>
        </p:txBody>
      </p:sp>
      <p:sp>
        <p:nvSpPr>
          <p:cNvPr id="11" name="Freihandform: Form 10">
            <a:extLst>
              <a:ext uri="{FF2B5EF4-FFF2-40B4-BE49-F238E27FC236}">
                <a16:creationId xmlns:a16="http://schemas.microsoft.com/office/drawing/2014/main" id="{4B88E81C-92FF-4B38-8ED6-0A72321FF4D1}"/>
              </a:ext>
            </a:extLst>
          </p:cNvPr>
          <p:cNvSpPr/>
          <p:nvPr/>
        </p:nvSpPr>
        <p:spPr>
          <a:xfrm>
            <a:off x="926431" y="1143645"/>
            <a:ext cx="5005137" cy="5342237"/>
          </a:xfrm>
          <a:custGeom>
            <a:avLst/>
            <a:gdLst>
              <a:gd name="connsiteX0" fmla="*/ 994621 w 5005137"/>
              <a:gd name="connsiteY0" fmla="*/ 0 h 5342237"/>
              <a:gd name="connsiteX1" fmla="*/ 4010516 w 5005137"/>
              <a:gd name="connsiteY1" fmla="*/ 0 h 5342237"/>
              <a:gd name="connsiteX2" fmla="*/ 5005137 w 5005137"/>
              <a:gd name="connsiteY2" fmla="*/ 994621 h 5342237"/>
              <a:gd name="connsiteX3" fmla="*/ 5005137 w 5005137"/>
              <a:gd name="connsiteY3" fmla="*/ 3591640 h 5342237"/>
              <a:gd name="connsiteX4" fmla="*/ 5005137 w 5005137"/>
              <a:gd name="connsiteY4" fmla="*/ 4342171 h 5342237"/>
              <a:gd name="connsiteX5" fmla="*/ 5005137 w 5005137"/>
              <a:gd name="connsiteY5" fmla="*/ 5342237 h 5342237"/>
              <a:gd name="connsiteX6" fmla="*/ 1 w 5005137"/>
              <a:gd name="connsiteY6" fmla="*/ 5342237 h 5342237"/>
              <a:gd name="connsiteX7" fmla="*/ 1 w 5005137"/>
              <a:gd name="connsiteY7" fmla="*/ 4342192 h 5342237"/>
              <a:gd name="connsiteX8" fmla="*/ 0 w 5005137"/>
              <a:gd name="connsiteY8" fmla="*/ 4342171 h 5342237"/>
              <a:gd name="connsiteX9" fmla="*/ 0 w 5005137"/>
              <a:gd name="connsiteY9" fmla="*/ 994621 h 5342237"/>
              <a:gd name="connsiteX10" fmla="*/ 994621 w 5005137"/>
              <a:gd name="connsiteY10" fmla="*/ 0 h 5342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05137" h="5342237">
                <a:moveTo>
                  <a:pt x="994621" y="0"/>
                </a:moveTo>
                <a:lnTo>
                  <a:pt x="4010516" y="0"/>
                </a:lnTo>
                <a:cubicBezTo>
                  <a:pt x="4559830" y="0"/>
                  <a:pt x="5005137" y="445307"/>
                  <a:pt x="5005137" y="994621"/>
                </a:cubicBezTo>
                <a:lnTo>
                  <a:pt x="5005137" y="3591640"/>
                </a:lnTo>
                <a:lnTo>
                  <a:pt x="5005137" y="4342171"/>
                </a:lnTo>
                <a:lnTo>
                  <a:pt x="5005137" y="5342237"/>
                </a:lnTo>
                <a:lnTo>
                  <a:pt x="1" y="5342237"/>
                </a:lnTo>
                <a:lnTo>
                  <a:pt x="1" y="4342192"/>
                </a:lnTo>
                <a:lnTo>
                  <a:pt x="0" y="4342171"/>
                </a:lnTo>
                <a:lnTo>
                  <a:pt x="0" y="994621"/>
                </a:lnTo>
                <a:cubicBezTo>
                  <a:pt x="0" y="445307"/>
                  <a:pt x="445307" y="0"/>
                  <a:pt x="994621" y="0"/>
                </a:cubicBezTo>
                <a:close/>
              </a:path>
            </a:pathLst>
          </a:cu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57150">
            <a:solidFill>
              <a:srgbClr val="363D4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158F0CDC-189C-4850-9D82-92962AEC363D}"/>
              </a:ext>
            </a:extLst>
          </p:cNvPr>
          <p:cNvSpPr txBox="1"/>
          <p:nvPr/>
        </p:nvSpPr>
        <p:spPr>
          <a:xfrm>
            <a:off x="1060337" y="7151310"/>
            <a:ext cx="2139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363D45"/>
                </a:solidFill>
              </a:rPr>
              <a:t>187 </a:t>
            </a:r>
            <a:r>
              <a:rPr lang="de-DE" dirty="0" err="1">
                <a:solidFill>
                  <a:srgbClr val="363D45"/>
                </a:solidFill>
              </a:rPr>
              <a:t>kilometers</a:t>
            </a:r>
            <a:r>
              <a:rPr lang="de-DE" dirty="0">
                <a:solidFill>
                  <a:srgbClr val="363D45"/>
                </a:solidFill>
              </a:rPr>
              <a:t> </a:t>
            </a:r>
            <a:r>
              <a:rPr lang="de-DE" dirty="0" err="1">
                <a:solidFill>
                  <a:srgbClr val="363D45"/>
                </a:solidFill>
              </a:rPr>
              <a:t>away</a:t>
            </a:r>
            <a:endParaRPr lang="de-DE" dirty="0">
              <a:solidFill>
                <a:srgbClr val="363D45"/>
              </a:solidFill>
            </a:endParaRPr>
          </a:p>
        </p:txBody>
      </p:sp>
      <p:sp>
        <p:nvSpPr>
          <p:cNvPr id="2" name="Rechteck: abgerundete Ecken 1">
            <a:extLst>
              <a:ext uri="{FF2B5EF4-FFF2-40B4-BE49-F238E27FC236}">
                <a16:creationId xmlns:a16="http://schemas.microsoft.com/office/drawing/2014/main" id="{081C27F3-1317-4D4D-BB15-5D2D4B83742C}"/>
              </a:ext>
            </a:extLst>
          </p:cNvPr>
          <p:cNvSpPr/>
          <p:nvPr/>
        </p:nvSpPr>
        <p:spPr>
          <a:xfrm>
            <a:off x="3697091" y="6791310"/>
            <a:ext cx="1836000" cy="720000"/>
          </a:xfrm>
          <a:prstGeom prst="roundRect">
            <a:avLst>
              <a:gd name="adj" fmla="val 33676"/>
            </a:avLst>
          </a:prstGeom>
          <a:solidFill>
            <a:srgbClr val="28AFB0"/>
          </a:solidFill>
          <a:ln>
            <a:solidFill>
              <a:srgbClr val="28AF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pc="90" dirty="0">
                <a:solidFill>
                  <a:srgbClr val="363D45"/>
                </a:solidFill>
                <a:latin typeface="Arial Black" panose="020B0A04020102020204" pitchFamily="34" charset="0"/>
              </a:rPr>
              <a:t>REQUEST</a:t>
            </a:r>
            <a:endParaRPr lang="de-DE" sz="2000" spc="90" dirty="0">
              <a:solidFill>
                <a:srgbClr val="363D45"/>
              </a:solidFill>
              <a:latin typeface="Arial Black" panose="020B0A04020102020204" pitchFamily="34" charset="0"/>
            </a:endParaRPr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CFB94F8E-EC0C-4824-8067-13C39475B4DC}"/>
              </a:ext>
            </a:extLst>
          </p:cNvPr>
          <p:cNvSpPr/>
          <p:nvPr/>
        </p:nvSpPr>
        <p:spPr>
          <a:xfrm>
            <a:off x="1060336" y="7622366"/>
            <a:ext cx="4472755" cy="1314775"/>
          </a:xfrm>
          <a:prstGeom prst="round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ts val="2800"/>
              </a:lnSpc>
            </a:pPr>
            <a:r>
              <a:rPr lang="de-DE" sz="2000" dirty="0" err="1">
                <a:solidFill>
                  <a:srgbClr val="363D45"/>
                </a:solidFill>
              </a:rPr>
              <a:t>Could</a:t>
            </a:r>
            <a:r>
              <a:rPr lang="de-DE" sz="2000" dirty="0">
                <a:solidFill>
                  <a:srgbClr val="363D45"/>
                </a:solidFill>
              </a:rPr>
              <a:t> </a:t>
            </a:r>
            <a:r>
              <a:rPr lang="de-DE" sz="2000" dirty="0" err="1">
                <a:solidFill>
                  <a:srgbClr val="363D45"/>
                </a:solidFill>
              </a:rPr>
              <a:t>you</a:t>
            </a:r>
            <a:r>
              <a:rPr lang="de-DE" sz="2000" dirty="0">
                <a:solidFill>
                  <a:srgbClr val="363D45"/>
                </a:solidFill>
              </a:rPr>
              <a:t> </a:t>
            </a:r>
            <a:r>
              <a:rPr lang="de-DE" sz="2000" dirty="0" err="1">
                <a:solidFill>
                  <a:srgbClr val="363D45"/>
                </a:solidFill>
              </a:rPr>
              <a:t>please</a:t>
            </a:r>
            <a:r>
              <a:rPr lang="de-DE" sz="2000" dirty="0">
                <a:solidFill>
                  <a:srgbClr val="363D45"/>
                </a:solidFill>
              </a:rPr>
              <a:t> send </a:t>
            </a:r>
            <a:r>
              <a:rPr lang="de-DE" sz="2000" dirty="0" err="1">
                <a:solidFill>
                  <a:srgbClr val="363D45"/>
                </a:solidFill>
              </a:rPr>
              <a:t>me</a:t>
            </a:r>
            <a:r>
              <a:rPr lang="de-DE" sz="2000" dirty="0">
                <a:solidFill>
                  <a:srgbClr val="363D45"/>
                </a:solidFill>
              </a:rPr>
              <a:t> 10.000€? </a:t>
            </a:r>
            <a:r>
              <a:rPr lang="de-DE" sz="2000" dirty="0" err="1">
                <a:solidFill>
                  <a:srgbClr val="363D45"/>
                </a:solidFill>
              </a:rPr>
              <a:t>My</a:t>
            </a:r>
            <a:r>
              <a:rPr lang="de-DE" sz="2000" dirty="0">
                <a:solidFill>
                  <a:srgbClr val="363D45"/>
                </a:solidFill>
              </a:rPr>
              <a:t> </a:t>
            </a:r>
            <a:r>
              <a:rPr lang="de-DE" sz="2000" dirty="0" err="1">
                <a:solidFill>
                  <a:srgbClr val="363D45"/>
                </a:solidFill>
              </a:rPr>
              <a:t>enemies</a:t>
            </a:r>
            <a:r>
              <a:rPr lang="de-DE" sz="2000" dirty="0">
                <a:solidFill>
                  <a:srgbClr val="363D45"/>
                </a:solidFill>
              </a:rPr>
              <a:t> </a:t>
            </a:r>
            <a:r>
              <a:rPr lang="de-DE" sz="2000" dirty="0" err="1">
                <a:solidFill>
                  <a:srgbClr val="363D45"/>
                </a:solidFill>
              </a:rPr>
              <a:t>are</a:t>
            </a:r>
            <a:r>
              <a:rPr lang="de-DE" sz="2000" dirty="0">
                <a:solidFill>
                  <a:srgbClr val="363D45"/>
                </a:solidFill>
              </a:rPr>
              <a:t> </a:t>
            </a:r>
            <a:r>
              <a:rPr lang="de-DE" sz="2000" dirty="0" err="1">
                <a:solidFill>
                  <a:srgbClr val="363D45"/>
                </a:solidFill>
              </a:rPr>
              <a:t>hunting</a:t>
            </a:r>
            <a:r>
              <a:rPr lang="de-DE" sz="2000" dirty="0">
                <a:solidFill>
                  <a:srgbClr val="363D45"/>
                </a:solidFill>
              </a:rPr>
              <a:t> </a:t>
            </a:r>
            <a:r>
              <a:rPr lang="de-DE" sz="2000" dirty="0" err="1">
                <a:solidFill>
                  <a:srgbClr val="363D45"/>
                </a:solidFill>
              </a:rPr>
              <a:t>me</a:t>
            </a:r>
            <a:r>
              <a:rPr lang="de-DE" sz="2000" dirty="0">
                <a:solidFill>
                  <a:srgbClr val="363D45"/>
                </a:solidFill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40601554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yellow sign on a sidewalk&#10;&#10;Description automatically generated with low confidence">
            <a:extLst>
              <a:ext uri="{FF2B5EF4-FFF2-40B4-BE49-F238E27FC236}">
                <a16:creationId xmlns:a16="http://schemas.microsoft.com/office/drawing/2014/main" id="{05845C58-1D84-4869-9138-FBE61AC5035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7" t="8861" r="50160" b="6034"/>
          <a:stretch/>
        </p:blipFill>
        <p:spPr>
          <a:xfrm>
            <a:off x="0" y="-1"/>
            <a:ext cx="6902117" cy="6183003"/>
          </a:xfrm>
          <a:prstGeom prst="rect">
            <a:avLst/>
          </a:prstGeom>
        </p:spPr>
      </p:pic>
      <p:pic>
        <p:nvPicPr>
          <p:cNvPr id="5" name="Picture 4" descr="A yellow sign on a sidewalk&#10;&#10;Description automatically generated with low confidence">
            <a:extLst>
              <a:ext uri="{FF2B5EF4-FFF2-40B4-BE49-F238E27FC236}">
                <a16:creationId xmlns:a16="http://schemas.microsoft.com/office/drawing/2014/main" id="{08697519-8FFC-40C4-82E5-F407691D6F7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122" b="14894"/>
          <a:stretch/>
        </p:blipFill>
        <p:spPr>
          <a:xfrm>
            <a:off x="1" y="6183003"/>
            <a:ext cx="6902116" cy="6008997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381D55F-E3DE-4892-A082-7F6B67A4D72D}"/>
              </a:ext>
            </a:extLst>
          </p:cNvPr>
          <p:cNvCxnSpPr/>
          <p:nvPr/>
        </p:nvCxnSpPr>
        <p:spPr>
          <a:xfrm>
            <a:off x="-16039" y="6160164"/>
            <a:ext cx="6912000" cy="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16361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0DE9C784-AA52-4D0F-909D-1E64DF6FF1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49250"/>
            <a:ext cx="6858000" cy="1149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89460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ap&#10;&#10;Description automatically generated">
            <a:extLst>
              <a:ext uri="{FF2B5EF4-FFF2-40B4-BE49-F238E27FC236}">
                <a16:creationId xmlns:a16="http://schemas.microsoft.com/office/drawing/2014/main" id="{9CE16D00-63CB-4F1B-8719-37920EC7E03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64" r="24138"/>
          <a:stretch/>
        </p:blipFill>
        <p:spPr>
          <a:xfrm>
            <a:off x="0" y="0"/>
            <a:ext cx="6858000" cy="12192000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FBAD31F-80B3-459D-89EE-A4771211DED1}"/>
              </a:ext>
            </a:extLst>
          </p:cNvPr>
          <p:cNvSpPr/>
          <p:nvPr/>
        </p:nvSpPr>
        <p:spPr>
          <a:xfrm>
            <a:off x="1662761" y="4806099"/>
            <a:ext cx="4743450" cy="6705600"/>
          </a:xfrm>
          <a:prstGeom prst="roundRect">
            <a:avLst/>
          </a:prstGeom>
          <a:solidFill>
            <a:schemeClr val="bg1"/>
          </a:solidFill>
          <a:ln w="76200">
            <a:solidFill>
              <a:srgbClr val="F1711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de-DE" sz="1050" b="1" dirty="0">
              <a:solidFill>
                <a:srgbClr val="363D45"/>
              </a:solidFill>
              <a:latin typeface="Arial Black" panose="020B0A04020102020204" pitchFamily="34" charset="0"/>
            </a:endParaRPr>
          </a:p>
          <a:p>
            <a:pPr algn="ctr"/>
            <a:endParaRPr lang="de-DE" dirty="0">
              <a:solidFill>
                <a:srgbClr val="363D45"/>
              </a:solidFill>
              <a:latin typeface="Arial Black" panose="020B0A04020102020204" pitchFamily="34" charset="0"/>
            </a:endParaRPr>
          </a:p>
          <a:p>
            <a:pPr algn="ctr"/>
            <a:r>
              <a:rPr lang="de-DE" sz="2400" dirty="0">
                <a:solidFill>
                  <a:srgbClr val="363D45"/>
                </a:solidFill>
                <a:latin typeface="Arial Black" panose="020B0A04020102020204" pitchFamily="34" charset="0"/>
              </a:rPr>
              <a:t> Max Mustermann</a:t>
            </a:r>
          </a:p>
          <a:p>
            <a:pPr algn="ctr"/>
            <a:endParaRPr lang="de-DE" sz="2000" b="1" dirty="0">
              <a:solidFill>
                <a:srgbClr val="363D45"/>
              </a:solidFill>
            </a:endParaRPr>
          </a:p>
          <a:p>
            <a:pPr marL="342900" indent="-342900" algn="ctr">
              <a:buAutoNum type="arabicPlain" startAt="21"/>
            </a:pPr>
            <a:r>
              <a:rPr lang="de-DE" sz="2000" b="1" dirty="0">
                <a:solidFill>
                  <a:srgbClr val="363D45"/>
                </a:solidFill>
              </a:rPr>
              <a:t>                                          Venlo</a:t>
            </a:r>
            <a:endParaRPr lang="de-DE" b="1" dirty="0">
              <a:solidFill>
                <a:srgbClr val="363D45"/>
              </a:solidFill>
            </a:endParaRPr>
          </a:p>
        </p:txBody>
      </p:sp>
      <p:pic>
        <p:nvPicPr>
          <p:cNvPr id="13" name="Picture 12" descr="Logo&#10;&#10;Description automatically generated with low confidence">
            <a:extLst>
              <a:ext uri="{FF2B5EF4-FFF2-40B4-BE49-F238E27FC236}">
                <a16:creationId xmlns:a16="http://schemas.microsoft.com/office/drawing/2014/main" id="{1238838A-3C66-4254-BE49-6CD93A2D4E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58" y="567753"/>
            <a:ext cx="685495" cy="685495"/>
          </a:xfrm>
          <a:prstGeom prst="rect">
            <a:avLst/>
          </a:prstGeom>
        </p:spPr>
      </p:pic>
      <p:pic>
        <p:nvPicPr>
          <p:cNvPr id="16" name="Picture 15" descr="A picture containing text, umbrella, accessory, vector graphics&#10;&#10;Description automatically generated">
            <a:extLst>
              <a:ext uri="{FF2B5EF4-FFF2-40B4-BE49-F238E27FC236}">
                <a16:creationId xmlns:a16="http://schemas.microsoft.com/office/drawing/2014/main" id="{29A2D9B6-65BC-4D1A-AD57-33C2EC544B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0930" y="1863005"/>
            <a:ext cx="685495" cy="685495"/>
          </a:xfrm>
          <a:prstGeom prst="rect">
            <a:avLst/>
          </a:prstGeom>
        </p:spPr>
      </p:pic>
      <p:pic>
        <p:nvPicPr>
          <p:cNvPr id="17" name="Picture 16" descr="Icon&#10;&#10;Description automatically generated with medium confidence">
            <a:extLst>
              <a:ext uri="{FF2B5EF4-FFF2-40B4-BE49-F238E27FC236}">
                <a16:creationId xmlns:a16="http://schemas.microsoft.com/office/drawing/2014/main" id="{0F3FCF16-FF92-4736-BDA1-C32BF394FD3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2606" y="3145206"/>
            <a:ext cx="685495" cy="685495"/>
          </a:xfrm>
          <a:prstGeom prst="rect">
            <a:avLst/>
          </a:prstGeom>
        </p:spPr>
      </p:pic>
      <p:pic>
        <p:nvPicPr>
          <p:cNvPr id="3" name="Picture 2" descr="Icon&#10;&#10;Description automatically generated">
            <a:extLst>
              <a:ext uri="{FF2B5EF4-FFF2-40B4-BE49-F238E27FC236}">
                <a16:creationId xmlns:a16="http://schemas.microsoft.com/office/drawing/2014/main" id="{FC551812-110F-479D-80EA-1B6ED14795B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7463" y="11373539"/>
            <a:ext cx="514045" cy="514045"/>
          </a:xfrm>
          <a:prstGeom prst="rect">
            <a:avLst/>
          </a:prstGeom>
        </p:spPr>
      </p:pic>
      <p:pic>
        <p:nvPicPr>
          <p:cNvPr id="18" name="Picture 17" descr="Icon&#10;&#10;Description automatically generated with medium confidence">
            <a:extLst>
              <a:ext uri="{FF2B5EF4-FFF2-40B4-BE49-F238E27FC236}">
                <a16:creationId xmlns:a16="http://schemas.microsoft.com/office/drawing/2014/main" id="{23A7AADA-D1C0-4D54-A143-544355CE968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58" y="7659476"/>
            <a:ext cx="685495" cy="685495"/>
          </a:xfrm>
          <a:prstGeom prst="rect">
            <a:avLst/>
          </a:prstGeom>
        </p:spPr>
      </p:pic>
      <p:pic>
        <p:nvPicPr>
          <p:cNvPr id="19" name="Picture 18" descr="A picture containing text, umbrella, accessory, vector graphics&#10;&#10;Description automatically generated">
            <a:extLst>
              <a:ext uri="{FF2B5EF4-FFF2-40B4-BE49-F238E27FC236}">
                <a16:creationId xmlns:a16="http://schemas.microsoft.com/office/drawing/2014/main" id="{C5EDD71D-FFF3-4174-9CFC-643FE263B6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856" y="6322688"/>
            <a:ext cx="685495" cy="685495"/>
          </a:xfrm>
          <a:prstGeom prst="rect">
            <a:avLst/>
          </a:prstGeom>
        </p:spPr>
      </p:pic>
      <p:pic>
        <p:nvPicPr>
          <p:cNvPr id="20" name="Picture 19" descr="Logo&#10;&#10;Description automatically generated with low confidence">
            <a:extLst>
              <a:ext uri="{FF2B5EF4-FFF2-40B4-BE49-F238E27FC236}">
                <a16:creationId xmlns:a16="http://schemas.microsoft.com/office/drawing/2014/main" id="{97F216AD-8A04-45DD-9B9E-16FA636C07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134" y="4189776"/>
            <a:ext cx="685495" cy="685495"/>
          </a:xfrm>
          <a:prstGeom prst="rect">
            <a:avLst/>
          </a:prstGeom>
        </p:spPr>
      </p:pic>
      <p:pic>
        <p:nvPicPr>
          <p:cNvPr id="21" name="Picture 20" descr="A picture containing text, umbrella, accessory, vector graphics&#10;&#10;Description automatically generated">
            <a:extLst>
              <a:ext uri="{FF2B5EF4-FFF2-40B4-BE49-F238E27FC236}">
                <a16:creationId xmlns:a16="http://schemas.microsoft.com/office/drawing/2014/main" id="{BD927409-D3D9-40C1-BE5F-B7EFE6F757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308" y="2112178"/>
            <a:ext cx="685495" cy="685495"/>
          </a:xfrm>
          <a:prstGeom prst="rect">
            <a:avLst/>
          </a:prstGeom>
        </p:spPr>
      </p:pic>
      <p:pic>
        <p:nvPicPr>
          <p:cNvPr id="22" name="Picture 21" descr="Icon&#10;&#10;Description automatically generated with medium confidence">
            <a:extLst>
              <a:ext uri="{FF2B5EF4-FFF2-40B4-BE49-F238E27FC236}">
                <a16:creationId xmlns:a16="http://schemas.microsoft.com/office/drawing/2014/main" id="{BC8DF27D-4118-4F4C-99B4-FE8852B3ACA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1111" y="334825"/>
            <a:ext cx="685495" cy="685495"/>
          </a:xfrm>
          <a:prstGeom prst="rect">
            <a:avLst/>
          </a:prstGeom>
        </p:spPr>
      </p:pic>
      <p:pic>
        <p:nvPicPr>
          <p:cNvPr id="23" name="Picture 22" descr="Icon&#10;&#10;Description automatically generated with medium confidence">
            <a:extLst>
              <a:ext uri="{FF2B5EF4-FFF2-40B4-BE49-F238E27FC236}">
                <a16:creationId xmlns:a16="http://schemas.microsoft.com/office/drawing/2014/main" id="{AD51EC2B-DE8C-4054-821B-2F3CA93DCCF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8573" y="742262"/>
            <a:ext cx="685495" cy="685495"/>
          </a:xfrm>
          <a:prstGeom prst="rect">
            <a:avLst/>
          </a:prstGeom>
        </p:spPr>
      </p:pic>
      <p:pic>
        <p:nvPicPr>
          <p:cNvPr id="24" name="Picture 23" descr="A picture containing text, umbrella, accessory, vector graphics&#10;&#10;Description automatically generated">
            <a:extLst>
              <a:ext uri="{FF2B5EF4-FFF2-40B4-BE49-F238E27FC236}">
                <a16:creationId xmlns:a16="http://schemas.microsoft.com/office/drawing/2014/main" id="{12E613EC-F51B-4CE7-BAF0-813978C83C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6038" y="3656681"/>
            <a:ext cx="685495" cy="685495"/>
          </a:xfrm>
          <a:prstGeom prst="rect">
            <a:avLst/>
          </a:prstGeom>
        </p:spPr>
      </p:pic>
      <p:pic>
        <p:nvPicPr>
          <p:cNvPr id="25" name="Picture 24" descr="Logo&#10;&#10;Description automatically generated with low confidence">
            <a:extLst>
              <a:ext uri="{FF2B5EF4-FFF2-40B4-BE49-F238E27FC236}">
                <a16:creationId xmlns:a16="http://schemas.microsoft.com/office/drawing/2014/main" id="{3B8A2968-161D-4D55-A265-09E8EA3FAA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8604" y="3386410"/>
            <a:ext cx="685495" cy="685495"/>
          </a:xfrm>
          <a:prstGeom prst="rect">
            <a:avLst/>
          </a:prstGeom>
        </p:spPr>
      </p:pic>
      <p:pic>
        <p:nvPicPr>
          <p:cNvPr id="26" name="Picture 25" descr="Logo&#10;&#10;Description automatically generated with low confidence">
            <a:extLst>
              <a:ext uri="{FF2B5EF4-FFF2-40B4-BE49-F238E27FC236}">
                <a16:creationId xmlns:a16="http://schemas.microsoft.com/office/drawing/2014/main" id="{FA789803-19EB-4B5B-B0A6-B570DD65B5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165" y="9183093"/>
            <a:ext cx="685495" cy="685495"/>
          </a:xfrm>
          <a:prstGeom prst="rect">
            <a:avLst/>
          </a:prstGeom>
        </p:spPr>
      </p:pic>
      <p:pic>
        <p:nvPicPr>
          <p:cNvPr id="11" name="Picture 10" descr="Icon&#10;&#10;Description automatically generated with low confidence">
            <a:extLst>
              <a:ext uri="{FF2B5EF4-FFF2-40B4-BE49-F238E27FC236}">
                <a16:creationId xmlns:a16="http://schemas.microsoft.com/office/drawing/2014/main" id="{0FA79D7E-75FF-47CB-84FC-90434A9984E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4474" y="11427586"/>
            <a:ext cx="288000" cy="288000"/>
          </a:xfrm>
          <a:prstGeom prst="rect">
            <a:avLst/>
          </a:prstGeom>
        </p:spPr>
      </p:pic>
      <p:pic>
        <p:nvPicPr>
          <p:cNvPr id="29" name="Picture 28" descr="Icon&#10;&#10;Description automatically generated">
            <a:extLst>
              <a:ext uri="{FF2B5EF4-FFF2-40B4-BE49-F238E27FC236}">
                <a16:creationId xmlns:a16="http://schemas.microsoft.com/office/drawing/2014/main" id="{E0631E0F-0CFA-489A-BADB-E76E0502450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2039" y="4487638"/>
            <a:ext cx="1296000" cy="1296000"/>
          </a:xfrm>
          <a:prstGeom prst="ellipse">
            <a:avLst/>
          </a:prstGeom>
          <a:ln w="57150">
            <a:solidFill>
              <a:srgbClr val="F1711A"/>
            </a:solidFill>
          </a:ln>
        </p:spPr>
      </p:pic>
      <p:pic>
        <p:nvPicPr>
          <p:cNvPr id="1026" name="Picture 2" descr="Discord's Branding Guidelines">
            <a:extLst>
              <a:ext uri="{FF2B5EF4-FFF2-40B4-BE49-F238E27FC236}">
                <a16:creationId xmlns:a16="http://schemas.microsoft.com/office/drawing/2014/main" id="{17F16A28-E6DC-47A4-99CC-7E5F1CE213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0285" y="6767402"/>
            <a:ext cx="504000" cy="568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54F4302C-DE58-4D49-901E-DADD0561A4D6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02" t="14821" r="24968" b="15882"/>
          <a:stretch/>
        </p:blipFill>
        <p:spPr>
          <a:xfrm>
            <a:off x="2200490" y="7456295"/>
            <a:ext cx="612000" cy="577822"/>
          </a:xfrm>
          <a:prstGeom prst="rect">
            <a:avLst/>
          </a:prstGeom>
        </p:spPr>
      </p:pic>
      <p:pic>
        <p:nvPicPr>
          <p:cNvPr id="34" name="Grafik 33">
            <a:extLst>
              <a:ext uri="{FF2B5EF4-FFF2-40B4-BE49-F238E27FC236}">
                <a16:creationId xmlns:a16="http://schemas.microsoft.com/office/drawing/2014/main" id="{8FDDC326-8C04-4E38-9986-A67853EC5E4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5129" y="8918071"/>
            <a:ext cx="504000" cy="504000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31D60B8A-00C7-4CB7-951A-7F63173285A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8331" y="8207099"/>
            <a:ext cx="504000" cy="503370"/>
          </a:xfrm>
          <a:prstGeom prst="rect">
            <a:avLst/>
          </a:prstGeom>
        </p:spPr>
      </p:pic>
      <p:graphicFrame>
        <p:nvGraphicFramePr>
          <p:cNvPr id="39" name="Tabelle 37">
            <a:extLst>
              <a:ext uri="{FF2B5EF4-FFF2-40B4-BE49-F238E27FC236}">
                <a16:creationId xmlns:a16="http://schemas.microsoft.com/office/drawing/2014/main" id="{1B845138-F10C-46B8-97CB-8425258122B9}"/>
              </a:ext>
            </a:extLst>
          </p:cNvPr>
          <p:cNvGraphicFramePr>
            <a:graphicFrameLocks noGrp="1"/>
          </p:cNvGraphicFramePr>
          <p:nvPr/>
        </p:nvGraphicFramePr>
        <p:xfrm>
          <a:off x="4436619" y="6130177"/>
          <a:ext cx="1644691" cy="5029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44691">
                  <a:extLst>
                    <a:ext uri="{9D8B030D-6E8A-4147-A177-3AD203B41FA5}">
                      <a16:colId xmlns:a16="http://schemas.microsoft.com/office/drawing/2014/main" val="6711937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sz="2000" b="1" dirty="0">
                          <a:solidFill>
                            <a:srgbClr val="363D45"/>
                          </a:solidFill>
                        </a:rPr>
                        <a:t>Venlo</a:t>
                      </a:r>
                    </a:p>
                    <a:p>
                      <a:pPr algn="ctr"/>
                      <a:endParaRPr lang="de-DE" sz="2000" b="1" dirty="0">
                        <a:solidFill>
                          <a:srgbClr val="363D45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82571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sz="2000" b="1" dirty="0">
                          <a:solidFill>
                            <a:srgbClr val="363D45"/>
                          </a:solidFill>
                        </a:rPr>
                        <a:t>Max#5555</a:t>
                      </a:r>
                    </a:p>
                    <a:p>
                      <a:pPr algn="ctr"/>
                      <a:endParaRPr lang="de-DE" sz="2000" b="1" dirty="0">
                        <a:solidFill>
                          <a:srgbClr val="363D45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82486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sz="2000" b="1" dirty="0" err="1">
                          <a:solidFill>
                            <a:srgbClr val="363D45"/>
                          </a:solidFill>
                        </a:rPr>
                        <a:t>MaxSnaps</a:t>
                      </a:r>
                      <a:endParaRPr lang="de-DE" sz="2000" b="1" dirty="0">
                        <a:solidFill>
                          <a:srgbClr val="363D45"/>
                        </a:solidFill>
                      </a:endParaRPr>
                    </a:p>
                    <a:p>
                      <a:pPr algn="ctr"/>
                      <a:endParaRPr lang="de-DE" sz="2000" b="1" dirty="0">
                        <a:solidFill>
                          <a:srgbClr val="363D45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50017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sz="2000" b="1" dirty="0" err="1">
                          <a:solidFill>
                            <a:srgbClr val="363D45"/>
                          </a:solidFill>
                        </a:rPr>
                        <a:t>MaxInsta</a:t>
                      </a:r>
                      <a:endParaRPr lang="de-DE" sz="2000" b="1" dirty="0">
                        <a:solidFill>
                          <a:srgbClr val="363D45"/>
                        </a:solidFill>
                      </a:endParaRPr>
                    </a:p>
                    <a:p>
                      <a:pPr algn="ctr"/>
                      <a:endParaRPr lang="de-DE" sz="2000" b="1" dirty="0">
                        <a:solidFill>
                          <a:srgbClr val="363D45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9653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sz="2000" b="1" dirty="0">
                          <a:solidFill>
                            <a:srgbClr val="363D45"/>
                          </a:solidFill>
                        </a:rPr>
                        <a:t>MaxSteam12</a:t>
                      </a:r>
                    </a:p>
                    <a:p>
                      <a:pPr algn="ctr"/>
                      <a:endParaRPr lang="de-DE" sz="2800" b="1" dirty="0">
                        <a:solidFill>
                          <a:srgbClr val="363D45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66026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sz="2000" b="1" dirty="0">
                          <a:solidFill>
                            <a:srgbClr val="363D45"/>
                          </a:solidFill>
                        </a:rPr>
                        <a:t>Destiny 2</a:t>
                      </a:r>
                    </a:p>
                    <a:p>
                      <a:pPr algn="ctr"/>
                      <a:endParaRPr lang="de-DE" sz="2000" b="1" dirty="0">
                        <a:solidFill>
                          <a:srgbClr val="363D45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1237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sz="2000" b="1" dirty="0" err="1">
                          <a:solidFill>
                            <a:srgbClr val="363D45"/>
                          </a:solidFill>
                        </a:rPr>
                        <a:t>LoL</a:t>
                      </a:r>
                      <a:endParaRPr lang="de-DE" sz="2000" b="1" dirty="0">
                        <a:solidFill>
                          <a:srgbClr val="363D45"/>
                        </a:solidFill>
                      </a:endParaRPr>
                    </a:p>
                    <a:p>
                      <a:pPr algn="ctr"/>
                      <a:endParaRPr lang="de-DE" sz="2000" b="1" dirty="0">
                        <a:solidFill>
                          <a:srgbClr val="363D45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9647313"/>
                  </a:ext>
                </a:extLst>
              </a:tr>
            </a:tbl>
          </a:graphicData>
        </a:graphic>
      </p:graphicFrame>
      <p:pic>
        <p:nvPicPr>
          <p:cNvPr id="62" name="Grafik 61">
            <a:extLst>
              <a:ext uri="{FF2B5EF4-FFF2-40B4-BE49-F238E27FC236}">
                <a16:creationId xmlns:a16="http://schemas.microsoft.com/office/drawing/2014/main" id="{CB297123-CE34-4374-8EDA-3027B60BEFDD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86" r="14762"/>
          <a:stretch/>
        </p:blipFill>
        <p:spPr>
          <a:xfrm>
            <a:off x="2199264" y="9749531"/>
            <a:ext cx="612439" cy="504000"/>
          </a:xfrm>
          <a:prstGeom prst="rect">
            <a:avLst/>
          </a:prstGeom>
        </p:spPr>
      </p:pic>
      <p:pic>
        <p:nvPicPr>
          <p:cNvPr id="1024" name="Grafik 1023">
            <a:extLst>
              <a:ext uri="{FF2B5EF4-FFF2-40B4-BE49-F238E27FC236}">
                <a16:creationId xmlns:a16="http://schemas.microsoft.com/office/drawing/2014/main" id="{6879A9EC-2F83-490A-BC1B-09F2D7D2D62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0285" y="10436307"/>
            <a:ext cx="504000" cy="504000"/>
          </a:xfrm>
          <a:prstGeom prst="rect">
            <a:avLst/>
          </a:prstGeom>
        </p:spPr>
      </p:pic>
      <p:cxnSp>
        <p:nvCxnSpPr>
          <p:cNvPr id="60" name="Gerader Verbinder 59">
            <a:extLst>
              <a:ext uri="{FF2B5EF4-FFF2-40B4-BE49-F238E27FC236}">
                <a16:creationId xmlns:a16="http://schemas.microsoft.com/office/drawing/2014/main" id="{BFA5CCDC-7A99-4261-A688-C535559E51B5}"/>
              </a:ext>
            </a:extLst>
          </p:cNvPr>
          <p:cNvCxnSpPr>
            <a:cxnSpLocks/>
          </p:cNvCxnSpPr>
          <p:nvPr/>
        </p:nvCxnSpPr>
        <p:spPr>
          <a:xfrm flipV="1">
            <a:off x="1887244" y="9536356"/>
            <a:ext cx="4271293" cy="8067"/>
          </a:xfrm>
          <a:prstGeom prst="line">
            <a:avLst/>
          </a:prstGeom>
          <a:ln w="6350">
            <a:solidFill>
              <a:srgbClr val="28AFB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69365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ap&#10;&#10;Description automatically generated">
            <a:extLst>
              <a:ext uri="{FF2B5EF4-FFF2-40B4-BE49-F238E27FC236}">
                <a16:creationId xmlns:a16="http://schemas.microsoft.com/office/drawing/2014/main" id="{9CE16D00-63CB-4F1B-8719-37920EC7E03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64" r="24138"/>
          <a:stretch/>
        </p:blipFill>
        <p:spPr>
          <a:xfrm>
            <a:off x="0" y="0"/>
            <a:ext cx="6858000" cy="12192000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FBAD31F-80B3-459D-89EE-A4771211DED1}"/>
              </a:ext>
            </a:extLst>
          </p:cNvPr>
          <p:cNvSpPr/>
          <p:nvPr/>
        </p:nvSpPr>
        <p:spPr>
          <a:xfrm>
            <a:off x="1662761" y="4806099"/>
            <a:ext cx="4743450" cy="6705600"/>
          </a:xfrm>
          <a:prstGeom prst="roundRect">
            <a:avLst/>
          </a:prstGeom>
          <a:solidFill>
            <a:schemeClr val="bg1"/>
          </a:solidFill>
          <a:ln w="76200">
            <a:solidFill>
              <a:srgbClr val="F1711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e-DE" sz="400" dirty="0">
                <a:solidFill>
                  <a:srgbClr val="363D45"/>
                </a:solidFill>
                <a:latin typeface="Arial Black" panose="020B0A04020102020204" pitchFamily="34" charset="0"/>
              </a:rPr>
              <a:t>  </a:t>
            </a:r>
          </a:p>
          <a:p>
            <a:pPr algn="ctr"/>
            <a:r>
              <a:rPr lang="de-DE" sz="2400" dirty="0">
                <a:solidFill>
                  <a:srgbClr val="363D45"/>
                </a:solidFill>
                <a:latin typeface="Arial Black" panose="020B0A04020102020204" pitchFamily="34" charset="0"/>
              </a:rPr>
              <a:t>Jonas, 21</a:t>
            </a:r>
          </a:p>
        </p:txBody>
      </p:sp>
      <p:pic>
        <p:nvPicPr>
          <p:cNvPr id="13" name="Picture 12" descr="Logo&#10;&#10;Description automatically generated with low confidence">
            <a:extLst>
              <a:ext uri="{FF2B5EF4-FFF2-40B4-BE49-F238E27FC236}">
                <a16:creationId xmlns:a16="http://schemas.microsoft.com/office/drawing/2014/main" id="{1238838A-3C66-4254-BE49-6CD93A2D4E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245" y="2395543"/>
            <a:ext cx="685495" cy="685495"/>
          </a:xfrm>
          <a:prstGeom prst="rect">
            <a:avLst/>
          </a:prstGeom>
        </p:spPr>
      </p:pic>
      <p:pic>
        <p:nvPicPr>
          <p:cNvPr id="17" name="Picture 16" descr="Icon&#10;&#10;Description automatically generated with medium confidence">
            <a:extLst>
              <a:ext uri="{FF2B5EF4-FFF2-40B4-BE49-F238E27FC236}">
                <a16:creationId xmlns:a16="http://schemas.microsoft.com/office/drawing/2014/main" id="{0F3FCF16-FF92-4736-BDA1-C32BF394FD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535" y="1433241"/>
            <a:ext cx="685495" cy="685495"/>
          </a:xfrm>
          <a:prstGeom prst="rect">
            <a:avLst/>
          </a:prstGeom>
        </p:spPr>
      </p:pic>
      <p:pic>
        <p:nvPicPr>
          <p:cNvPr id="3" name="Picture 2" descr="Icon&#10;&#10;Description automatically generated">
            <a:extLst>
              <a:ext uri="{FF2B5EF4-FFF2-40B4-BE49-F238E27FC236}">
                <a16:creationId xmlns:a16="http://schemas.microsoft.com/office/drawing/2014/main" id="{FC551812-110F-479D-80EA-1B6ED14795B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7463" y="11373539"/>
            <a:ext cx="514045" cy="514045"/>
          </a:xfrm>
          <a:prstGeom prst="rect">
            <a:avLst/>
          </a:prstGeom>
        </p:spPr>
      </p:pic>
      <p:pic>
        <p:nvPicPr>
          <p:cNvPr id="18" name="Picture 17" descr="Icon&#10;&#10;Description automatically generated with medium confidence">
            <a:extLst>
              <a:ext uri="{FF2B5EF4-FFF2-40B4-BE49-F238E27FC236}">
                <a16:creationId xmlns:a16="http://schemas.microsoft.com/office/drawing/2014/main" id="{23A7AADA-D1C0-4D54-A143-544355CE96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58" y="7659476"/>
            <a:ext cx="685495" cy="685495"/>
          </a:xfrm>
          <a:prstGeom prst="rect">
            <a:avLst/>
          </a:prstGeom>
        </p:spPr>
      </p:pic>
      <p:pic>
        <p:nvPicPr>
          <p:cNvPr id="19" name="Picture 18" descr="A picture containing text, umbrella, accessory, vector graphics&#10;&#10;Description automatically generated">
            <a:extLst>
              <a:ext uri="{FF2B5EF4-FFF2-40B4-BE49-F238E27FC236}">
                <a16:creationId xmlns:a16="http://schemas.microsoft.com/office/drawing/2014/main" id="{C5EDD71D-FFF3-4174-9CFC-643FE263B65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856" y="6322688"/>
            <a:ext cx="685495" cy="685495"/>
          </a:xfrm>
          <a:prstGeom prst="rect">
            <a:avLst/>
          </a:prstGeom>
        </p:spPr>
      </p:pic>
      <p:pic>
        <p:nvPicPr>
          <p:cNvPr id="20" name="Picture 19" descr="Logo&#10;&#10;Description automatically generated with low confidence">
            <a:extLst>
              <a:ext uri="{FF2B5EF4-FFF2-40B4-BE49-F238E27FC236}">
                <a16:creationId xmlns:a16="http://schemas.microsoft.com/office/drawing/2014/main" id="{97F216AD-8A04-45DD-9B9E-16FA636C07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134" y="4189776"/>
            <a:ext cx="685495" cy="685495"/>
          </a:xfrm>
          <a:prstGeom prst="rect">
            <a:avLst/>
          </a:prstGeom>
        </p:spPr>
      </p:pic>
      <p:pic>
        <p:nvPicPr>
          <p:cNvPr id="23" name="Picture 22" descr="Icon&#10;&#10;Description automatically generated with medium confidence">
            <a:extLst>
              <a:ext uri="{FF2B5EF4-FFF2-40B4-BE49-F238E27FC236}">
                <a16:creationId xmlns:a16="http://schemas.microsoft.com/office/drawing/2014/main" id="{AD51EC2B-DE8C-4054-821B-2F3CA93DCC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3290" y="2423335"/>
            <a:ext cx="685495" cy="685495"/>
          </a:xfrm>
          <a:prstGeom prst="rect">
            <a:avLst/>
          </a:prstGeom>
        </p:spPr>
      </p:pic>
      <p:pic>
        <p:nvPicPr>
          <p:cNvPr id="24" name="Picture 23" descr="A picture containing text, umbrella, accessory, vector graphics&#10;&#10;Description automatically generated">
            <a:extLst>
              <a:ext uri="{FF2B5EF4-FFF2-40B4-BE49-F238E27FC236}">
                <a16:creationId xmlns:a16="http://schemas.microsoft.com/office/drawing/2014/main" id="{12E613EC-F51B-4CE7-BAF0-813978C83CA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6038" y="3656681"/>
            <a:ext cx="685495" cy="685495"/>
          </a:xfrm>
          <a:prstGeom prst="rect">
            <a:avLst/>
          </a:prstGeom>
        </p:spPr>
      </p:pic>
      <p:pic>
        <p:nvPicPr>
          <p:cNvPr id="25" name="Picture 24" descr="Logo&#10;&#10;Description automatically generated with low confidence">
            <a:extLst>
              <a:ext uri="{FF2B5EF4-FFF2-40B4-BE49-F238E27FC236}">
                <a16:creationId xmlns:a16="http://schemas.microsoft.com/office/drawing/2014/main" id="{3B8A2968-161D-4D55-A265-09E8EA3FAA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8990" y="2816319"/>
            <a:ext cx="685495" cy="685495"/>
          </a:xfrm>
          <a:prstGeom prst="rect">
            <a:avLst/>
          </a:prstGeom>
        </p:spPr>
      </p:pic>
      <p:pic>
        <p:nvPicPr>
          <p:cNvPr id="26" name="Picture 25" descr="Logo&#10;&#10;Description automatically generated with low confidence">
            <a:extLst>
              <a:ext uri="{FF2B5EF4-FFF2-40B4-BE49-F238E27FC236}">
                <a16:creationId xmlns:a16="http://schemas.microsoft.com/office/drawing/2014/main" id="{FA789803-19EB-4B5B-B0A6-B570DD65B5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165" y="9183093"/>
            <a:ext cx="685495" cy="685495"/>
          </a:xfrm>
          <a:prstGeom prst="rect">
            <a:avLst/>
          </a:prstGeom>
        </p:spPr>
      </p:pic>
      <p:pic>
        <p:nvPicPr>
          <p:cNvPr id="11" name="Picture 10" descr="Icon&#10;&#10;Description automatically generated with low confidence">
            <a:extLst>
              <a:ext uri="{FF2B5EF4-FFF2-40B4-BE49-F238E27FC236}">
                <a16:creationId xmlns:a16="http://schemas.microsoft.com/office/drawing/2014/main" id="{0FA79D7E-75FF-47CB-84FC-90434A9984E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4474" y="11427586"/>
            <a:ext cx="288000" cy="2880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E0631E0F-0CFA-489A-BADB-E76E0502450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42039" y="4487638"/>
            <a:ext cx="1296000" cy="1296000"/>
          </a:xfrm>
          <a:prstGeom prst="ellipse">
            <a:avLst/>
          </a:prstGeom>
          <a:ln w="57150">
            <a:solidFill>
              <a:srgbClr val="F1711A"/>
            </a:solidFill>
          </a:ln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441E688D-B8FB-4495-B1EA-E6A1A43F3C69}"/>
              </a:ext>
            </a:extLst>
          </p:cNvPr>
          <p:cNvSpPr txBox="1"/>
          <p:nvPr/>
        </p:nvSpPr>
        <p:spPr>
          <a:xfrm>
            <a:off x="2849493" y="5507938"/>
            <a:ext cx="2325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rgbClr val="363D45"/>
                </a:solidFill>
              </a:rPr>
              <a:t>187 </a:t>
            </a:r>
            <a:r>
              <a:rPr lang="de-DE" dirty="0" err="1">
                <a:solidFill>
                  <a:srgbClr val="363D45"/>
                </a:solidFill>
              </a:rPr>
              <a:t>kilometer</a:t>
            </a:r>
            <a:r>
              <a:rPr lang="de-DE" dirty="0">
                <a:solidFill>
                  <a:srgbClr val="363D45"/>
                </a:solidFill>
              </a:rPr>
              <a:t>(s) </a:t>
            </a:r>
            <a:r>
              <a:rPr lang="de-DE" dirty="0" err="1">
                <a:solidFill>
                  <a:srgbClr val="363D45"/>
                </a:solidFill>
              </a:rPr>
              <a:t>away</a:t>
            </a:r>
            <a:endParaRPr lang="de-DE" dirty="0">
              <a:solidFill>
                <a:srgbClr val="363D45"/>
              </a:solidFill>
            </a:endParaRPr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76C7F1DD-1594-4587-B882-C491146B36C5}"/>
              </a:ext>
            </a:extLst>
          </p:cNvPr>
          <p:cNvSpPr/>
          <p:nvPr/>
        </p:nvSpPr>
        <p:spPr>
          <a:xfrm>
            <a:off x="2177689" y="6143049"/>
            <a:ext cx="3701570" cy="916263"/>
          </a:xfrm>
          <a:prstGeom prst="roundRect">
            <a:avLst/>
          </a:prstGeom>
          <a:solidFill>
            <a:schemeClr val="bg1">
              <a:lumMod val="95000"/>
              <a:alpha val="45000"/>
            </a:schemeClr>
          </a:solidFill>
          <a:ln w="38100">
            <a:solidFill>
              <a:srgbClr val="F1711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de-DE" dirty="0">
                <a:solidFill>
                  <a:srgbClr val="363D45"/>
                </a:solidFill>
              </a:rPr>
              <a:t>Send </a:t>
            </a:r>
            <a:r>
              <a:rPr lang="de-DE" dirty="0" err="1">
                <a:solidFill>
                  <a:srgbClr val="363D45"/>
                </a:solidFill>
              </a:rPr>
              <a:t>me</a:t>
            </a:r>
            <a:r>
              <a:rPr lang="de-DE" dirty="0">
                <a:solidFill>
                  <a:srgbClr val="363D45"/>
                </a:solidFill>
              </a:rPr>
              <a:t> a </a:t>
            </a:r>
            <a:r>
              <a:rPr lang="de-DE" dirty="0" err="1">
                <a:solidFill>
                  <a:srgbClr val="363D45"/>
                </a:solidFill>
              </a:rPr>
              <a:t>request</a:t>
            </a:r>
            <a:r>
              <a:rPr lang="de-DE" dirty="0">
                <a:solidFill>
                  <a:srgbClr val="363D45"/>
                </a:solidFill>
              </a:rPr>
              <a:t> and </a:t>
            </a:r>
            <a:r>
              <a:rPr lang="de-DE" dirty="0" err="1">
                <a:solidFill>
                  <a:srgbClr val="363D45"/>
                </a:solidFill>
              </a:rPr>
              <a:t>I‘ll</a:t>
            </a:r>
            <a:r>
              <a:rPr lang="de-DE" dirty="0">
                <a:solidFill>
                  <a:srgbClr val="363D45"/>
                </a:solidFill>
              </a:rPr>
              <a:t> carry </a:t>
            </a:r>
            <a:r>
              <a:rPr lang="de-DE" dirty="0" err="1">
                <a:solidFill>
                  <a:srgbClr val="363D45"/>
                </a:solidFill>
              </a:rPr>
              <a:t>you</a:t>
            </a:r>
            <a:r>
              <a:rPr lang="de-DE" dirty="0">
                <a:solidFill>
                  <a:srgbClr val="363D45"/>
                </a:solidFill>
              </a:rPr>
              <a:t> in Destiny lol</a:t>
            </a:r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00E4ED6A-4E59-4F34-B33B-564667D97F67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02" t="14821" r="24968" b="15882"/>
          <a:stretch/>
        </p:blipFill>
        <p:spPr>
          <a:xfrm>
            <a:off x="3218859" y="8971817"/>
            <a:ext cx="612000" cy="577822"/>
          </a:xfrm>
          <a:prstGeom prst="rect">
            <a:avLst/>
          </a:prstGeom>
        </p:spPr>
      </p:pic>
      <p:pic>
        <p:nvPicPr>
          <p:cNvPr id="33" name="Grafik 32">
            <a:extLst>
              <a:ext uri="{FF2B5EF4-FFF2-40B4-BE49-F238E27FC236}">
                <a16:creationId xmlns:a16="http://schemas.microsoft.com/office/drawing/2014/main" id="{DD994C95-FD13-4E44-9D84-BA725578EC0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2499" y="9009043"/>
            <a:ext cx="504000" cy="503370"/>
          </a:xfrm>
          <a:prstGeom prst="rect">
            <a:avLst/>
          </a:prstGeom>
        </p:spPr>
      </p:pic>
      <p:pic>
        <p:nvPicPr>
          <p:cNvPr id="35" name="Grafik 34">
            <a:extLst>
              <a:ext uri="{FF2B5EF4-FFF2-40B4-BE49-F238E27FC236}">
                <a16:creationId xmlns:a16="http://schemas.microsoft.com/office/drawing/2014/main" id="{B1440218-5BD3-4EE8-BB94-7D7B80970A9B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86" r="14762"/>
          <a:stretch/>
        </p:blipFill>
        <p:spPr>
          <a:xfrm>
            <a:off x="2199264" y="7508835"/>
            <a:ext cx="612439" cy="504000"/>
          </a:xfrm>
          <a:prstGeom prst="rect">
            <a:avLst/>
          </a:prstGeom>
        </p:spPr>
      </p:pic>
      <p:sp>
        <p:nvSpPr>
          <p:cNvPr id="37" name="Rechteck: abgerundete Ecken 36">
            <a:extLst>
              <a:ext uri="{FF2B5EF4-FFF2-40B4-BE49-F238E27FC236}">
                <a16:creationId xmlns:a16="http://schemas.microsoft.com/office/drawing/2014/main" id="{F5E4D1C2-4122-400A-AFF1-713F42F5BB7E}"/>
              </a:ext>
            </a:extLst>
          </p:cNvPr>
          <p:cNvSpPr/>
          <p:nvPr/>
        </p:nvSpPr>
        <p:spPr>
          <a:xfrm>
            <a:off x="2872248" y="10064356"/>
            <a:ext cx="2312452" cy="823145"/>
          </a:xfrm>
          <a:prstGeom prst="roundRect">
            <a:avLst/>
          </a:prstGeom>
          <a:solidFill>
            <a:srgbClr val="28AFB0">
              <a:alpha val="44706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363D45"/>
                </a:solidFill>
                <a:latin typeface="Arial Black" panose="020B0A04020102020204" pitchFamily="34" charset="0"/>
              </a:rPr>
              <a:t>REQUEST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1AEFCA0D-6FE7-41A9-A1AB-11999F788C8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8138" y="7533813"/>
            <a:ext cx="504042" cy="504042"/>
          </a:xfrm>
          <a:prstGeom prst="rect">
            <a:avLst/>
          </a:prstGeom>
        </p:spPr>
      </p:pic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DF4D8257-9A5F-41AE-9719-83C1E1704763}"/>
              </a:ext>
            </a:extLst>
          </p:cNvPr>
          <p:cNvCxnSpPr>
            <a:cxnSpLocks/>
          </p:cNvCxnSpPr>
          <p:nvPr/>
        </p:nvCxnSpPr>
        <p:spPr>
          <a:xfrm flipV="1">
            <a:off x="1887244" y="8442340"/>
            <a:ext cx="4271293" cy="8067"/>
          </a:xfrm>
          <a:prstGeom prst="line">
            <a:avLst/>
          </a:prstGeom>
          <a:ln w="6350">
            <a:solidFill>
              <a:srgbClr val="28AFB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8905051-3A84-45CB-9F24-967C9312A197}"/>
              </a:ext>
            </a:extLst>
          </p:cNvPr>
          <p:cNvSpPr txBox="1"/>
          <p:nvPr/>
        </p:nvSpPr>
        <p:spPr>
          <a:xfrm>
            <a:off x="631178" y="280961"/>
            <a:ext cx="559564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6000" dirty="0">
                <a:solidFill>
                  <a:srgbClr val="28AFB0"/>
                </a:solidFill>
                <a:latin typeface="Dopestyle " pitchFamily="2" charset="0"/>
              </a:rPr>
              <a:t>C</a:t>
            </a:r>
            <a:r>
              <a:rPr lang="de-DE" sz="4800" dirty="0">
                <a:solidFill>
                  <a:srgbClr val="363D45"/>
                </a:solidFill>
                <a:latin typeface="Dopestyle " pitchFamily="2" charset="0"/>
              </a:rPr>
              <a:t>ontact </a:t>
            </a:r>
            <a:r>
              <a:rPr lang="de-DE" sz="6000" dirty="0" err="1">
                <a:solidFill>
                  <a:srgbClr val="28AFB0"/>
                </a:solidFill>
                <a:latin typeface="Dopestyle " pitchFamily="2" charset="0"/>
              </a:rPr>
              <a:t>a</a:t>
            </a:r>
            <a:r>
              <a:rPr lang="de-DE" sz="4800" dirty="0" err="1">
                <a:solidFill>
                  <a:srgbClr val="363D45"/>
                </a:solidFill>
                <a:latin typeface="Dopestyle " pitchFamily="2" charset="0"/>
              </a:rPr>
              <a:t>like</a:t>
            </a:r>
            <a:r>
              <a:rPr lang="de-DE" sz="4800" dirty="0">
                <a:solidFill>
                  <a:srgbClr val="363D45"/>
                </a:solidFill>
                <a:latin typeface="Dopestyle " pitchFamily="2" charset="0"/>
              </a:rPr>
              <a:t> </a:t>
            </a:r>
            <a:r>
              <a:rPr lang="de-DE" sz="6000" dirty="0">
                <a:solidFill>
                  <a:srgbClr val="28AFB0"/>
                </a:solidFill>
                <a:latin typeface="Dopestyle " pitchFamily="2" charset="0"/>
              </a:rPr>
              <a:t>P</a:t>
            </a:r>
            <a:r>
              <a:rPr lang="de-DE" sz="4800" dirty="0">
                <a:solidFill>
                  <a:srgbClr val="363D45"/>
                </a:solidFill>
                <a:latin typeface="Dopestyle " pitchFamily="2" charset="0"/>
              </a:rPr>
              <a:t>eople</a:t>
            </a:r>
            <a:endParaRPr lang="en-US" sz="4800" dirty="0">
              <a:solidFill>
                <a:srgbClr val="363D45"/>
              </a:solidFill>
              <a:latin typeface="Dopestyle " pitchFamily="2" charset="0"/>
            </a:endParaRPr>
          </a:p>
        </p:txBody>
      </p:sp>
      <p:pic>
        <p:nvPicPr>
          <p:cNvPr id="38" name="Picture 37" descr="A picture containing text, umbrella, accessory, vector graphics&#10;&#10;Description automatically generated">
            <a:extLst>
              <a:ext uri="{FF2B5EF4-FFF2-40B4-BE49-F238E27FC236}">
                <a16:creationId xmlns:a16="http://schemas.microsoft.com/office/drawing/2014/main" id="{3781828E-C309-417D-91ED-7EFF86D01AF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4519" y="1843042"/>
            <a:ext cx="685495" cy="685495"/>
          </a:xfrm>
          <a:prstGeom prst="rect">
            <a:avLst/>
          </a:prstGeom>
        </p:spPr>
      </p:pic>
      <p:pic>
        <p:nvPicPr>
          <p:cNvPr id="39" name="Picture 38" descr="Logo&#10;&#10;Description automatically generated">
            <a:extLst>
              <a:ext uri="{FF2B5EF4-FFF2-40B4-BE49-F238E27FC236}">
                <a16:creationId xmlns:a16="http://schemas.microsoft.com/office/drawing/2014/main" id="{3D13BD49-BF5D-4AEB-A68E-BDBC710A759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6001" y="9018940"/>
            <a:ext cx="576000" cy="444507"/>
          </a:xfrm>
          <a:prstGeom prst="rect">
            <a:avLst/>
          </a:prstGeom>
        </p:spPr>
      </p:pic>
      <p:pic>
        <p:nvPicPr>
          <p:cNvPr id="40" name="Picture 39" descr="A picture containing text, sign, vector graphics&#10;&#10;Description automatically generated">
            <a:extLst>
              <a:ext uri="{FF2B5EF4-FFF2-40B4-BE49-F238E27FC236}">
                <a16:creationId xmlns:a16="http://schemas.microsoft.com/office/drawing/2014/main" id="{3079AF86-4218-449F-AB27-4D44C574F41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8925" y="7493715"/>
            <a:ext cx="540000" cy="530163"/>
          </a:xfrm>
          <a:prstGeom prst="rect">
            <a:avLst/>
          </a:prstGeom>
        </p:spPr>
      </p:pic>
      <p:pic>
        <p:nvPicPr>
          <p:cNvPr id="41" name="Picture 40" descr="Shape&#10;&#10;Description automatically generated with low confidence">
            <a:extLst>
              <a:ext uri="{FF2B5EF4-FFF2-40B4-BE49-F238E27FC236}">
                <a16:creationId xmlns:a16="http://schemas.microsoft.com/office/drawing/2014/main" id="{90A24153-B952-4E3B-A772-82569356EEE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1088" y="7355180"/>
            <a:ext cx="540000" cy="711275"/>
          </a:xfrm>
          <a:prstGeom prst="rect">
            <a:avLst/>
          </a:prstGeom>
        </p:spPr>
      </p:pic>
      <p:pic>
        <p:nvPicPr>
          <p:cNvPr id="44" name="Picture 43" descr="Icon&#10;&#10;Description automatically generated">
            <a:extLst>
              <a:ext uri="{FF2B5EF4-FFF2-40B4-BE49-F238E27FC236}">
                <a16:creationId xmlns:a16="http://schemas.microsoft.com/office/drawing/2014/main" id="{4DFE40D4-50A9-43D1-8405-0CB74F58A42C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6469" y="8971905"/>
            <a:ext cx="572414" cy="5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8873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135</Words>
  <Application>Microsoft Office PowerPoint</Application>
  <PresentationFormat>Widescreen</PresentationFormat>
  <Paragraphs>39</Paragraphs>
  <Slides>9</Slides>
  <Notes>0</Notes>
  <HiddenSlides>4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Arial Black</vt:lpstr>
      <vt:lpstr>Calibri</vt:lpstr>
      <vt:lpstr>Calibri Light</vt:lpstr>
      <vt:lpstr>Dopestyle 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Häfen,Jonas J.A. von</dc:creator>
  <cp:lastModifiedBy>Häfen,Jonas J.A. von</cp:lastModifiedBy>
  <cp:revision>30</cp:revision>
  <dcterms:created xsi:type="dcterms:W3CDTF">2022-05-31T09:27:09Z</dcterms:created>
  <dcterms:modified xsi:type="dcterms:W3CDTF">2022-06-07T10:32:33Z</dcterms:modified>
</cp:coreProperties>
</file>