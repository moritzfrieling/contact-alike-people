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050"/>
    <a:srgbClr val="2D2F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47229C-71DA-4284-AE5D-0F56E99482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7859958-7B2A-4A2A-BB76-EF4E132E4C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25BA7BC-7471-438F-854B-F55E4B776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60632-98D7-461F-AA26-C5A74508AE8D}" type="datetimeFigureOut">
              <a:rPr lang="en-US" smtClean="0"/>
              <a:t>4/7/2022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F26F63E-E60A-42D0-853B-29A0C7F36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CC84853-25E1-4708-BE54-9AD1F4F24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2F2C6-3BD7-48BA-9607-3BA36CC63EB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1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87BA25-CE4B-4B8E-8E67-ABFD2807D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233B841-7DE0-4A5B-9BB1-3EB0CE8F5B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62E7223-7F9E-40F8-9E8B-FBDD440C2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60632-98D7-461F-AA26-C5A74508AE8D}" type="datetimeFigureOut">
              <a:rPr lang="en-US" smtClean="0"/>
              <a:t>4/7/2022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83EC766-82AD-4FDA-BA56-D96B6D527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9F773C5-1F0B-44B7-8285-5FB5ADF3B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2F2C6-3BD7-48BA-9607-3BA36CC63EB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584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5EF1BD-6959-4C3A-9C17-E11FB259D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511D244-DB1B-4A1A-B973-268C234BEA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6BEC647-6F49-461B-8187-4BA6C4442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60632-98D7-461F-AA26-C5A74508AE8D}" type="datetimeFigureOut">
              <a:rPr lang="en-US" smtClean="0"/>
              <a:t>4/7/2022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9B65BEA-8529-4686-A26A-A23669903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9621402-7189-47B7-9CDF-07FB588CB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2F2C6-3BD7-48BA-9607-3BA36CC63EB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0594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7DA1F1-99FF-4D75-930F-5CCA26EA3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148C9F2-3448-4177-B344-CD7E7C1530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043AB9A-8D3B-4B35-A6D7-D485BB09DC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EFFDCC7-25C2-4246-9F72-D6953162B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60632-98D7-461F-AA26-C5A74508AE8D}" type="datetimeFigureOut">
              <a:rPr lang="en-US" smtClean="0"/>
              <a:t>4/7/2022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8B0E4EA-C16F-4040-9E99-9EF449527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9125362-A297-4072-A3EF-D8ADD6BFB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2F2C6-3BD7-48BA-9607-3BA36CC63EB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524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1F85ED-9AEA-4DA1-8092-C68DDF931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6B80963-44D3-47A1-866F-C1BF0EF8C5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B5F687D-808E-48B4-A40C-A7D9A952D5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4E23B35-E2CD-4BC9-8256-A865F09340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7569AEC-A89C-4435-8A99-18BB453205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4BBF955A-B1CC-4E93-B749-8B916F1F2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60632-98D7-461F-AA26-C5A74508AE8D}" type="datetimeFigureOut">
              <a:rPr lang="en-US" smtClean="0"/>
              <a:t>4/7/2022</a:t>
            </a:fld>
            <a:endParaRPr lang="en-US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7F73EAD0-B0DA-49A6-866E-7BB8C67D8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4EEB70B-1671-444D-8766-C61C31E59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2F2C6-3BD7-48BA-9607-3BA36CC63EB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1779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CB1A9B-19E1-4EE3-B20B-B46F1D5D3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130E829-C01D-4498-8A32-1ABA2A33D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60632-98D7-461F-AA26-C5A74508AE8D}" type="datetimeFigureOut">
              <a:rPr lang="en-US" smtClean="0"/>
              <a:t>4/7/2022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9B4E52A-5416-4270-AC1C-39FC13CC2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5E56345-AAFF-49C3-ABCA-BB58D3D56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2F2C6-3BD7-48BA-9607-3BA36CC63EB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923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46B392B-6D12-4870-9017-5E3C4AAA1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60632-98D7-461F-AA26-C5A74508AE8D}" type="datetimeFigureOut">
              <a:rPr lang="en-US" smtClean="0"/>
              <a:t>4/7/2022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3DEFCC9-8592-4A7D-B22D-A9F851AD2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68E1400-E641-475F-9664-FDB297B7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2F2C6-3BD7-48BA-9607-3BA36CC63EB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015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C623AC2-4431-4C42-A995-3EB44EF57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4FEE622-3498-4AF1-9681-6D483C7C70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F0DA6BD-0BE9-4B90-B166-D157E9247F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2300FF6-3FF9-4025-A4B0-FA97B41AF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60632-98D7-461F-AA26-C5A74508AE8D}" type="datetimeFigureOut">
              <a:rPr lang="en-US" smtClean="0"/>
              <a:t>4/7/2022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7F079E9-3007-4D26-8DC9-C78BF27BD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38E6462-843B-4E74-A905-8D5BC076C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2F2C6-3BD7-48BA-9607-3BA36CC63EB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6277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24452D-BE22-4492-8C2B-899AF6AD2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8E688967-4A6A-457D-A8BD-AE3309B796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F57A1C8-C183-433C-A9C7-4EC55574E6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3BA82DB-2D09-425C-9054-9D66B6C96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60632-98D7-461F-AA26-C5A74508AE8D}" type="datetimeFigureOut">
              <a:rPr lang="en-US" smtClean="0"/>
              <a:t>4/7/2022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3EE5C74-5EA3-47B9-B03D-506CC2181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A6A9DCC-F7DD-456B-B0D5-40990B6F4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2F2C6-3BD7-48BA-9607-3BA36CC63EB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5478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A41FD5-41CB-4E4D-832F-DF68BB80B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C7DE045-9388-4BFF-B67C-EB38983366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2A0C180-335B-4660-BFB9-2F8FBE336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60632-98D7-461F-AA26-C5A74508AE8D}" type="datetimeFigureOut">
              <a:rPr lang="en-US" smtClean="0"/>
              <a:t>4/7/2022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1D24CC8-F0F6-4F9E-A77C-33B46127B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17B7445-A6D7-4AC0-B296-6BC1A8B95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2F2C6-3BD7-48BA-9607-3BA36CC63EB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405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6249C901-8346-4D7C-9E25-F9CAC7C10D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5785962-3457-4733-8393-1028F0E442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75D6E86-8218-4595-ACFD-930E3D69B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60632-98D7-461F-AA26-C5A74508AE8D}" type="datetimeFigureOut">
              <a:rPr lang="en-US" smtClean="0"/>
              <a:t>4/7/2022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A7E92A0-DA41-400D-9AD4-162C6FFAD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28BA087-1101-4705-9D7F-374D483B8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2F2C6-3BD7-48BA-9607-3BA36CC63EB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2693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FB0B135-009A-4809-9F30-64E1FE089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FC94F14-5838-4B92-AB24-F5718AD82B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1925981-7753-4878-8846-0EF2E24DE6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A60632-98D7-461F-AA26-C5A74508AE8D}" type="datetimeFigureOut">
              <a:rPr lang="en-US" smtClean="0"/>
              <a:t>4/7/2022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22FDC31-9F49-429A-A2A7-A7CC88FB74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8D60CF7-E669-44CF-9AAD-3F103A05DE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E2F2C6-3BD7-48BA-9607-3BA36CC63EB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159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2F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2">
            <a:extLst>
              <a:ext uri="{FF2B5EF4-FFF2-40B4-BE49-F238E27FC236}">
                <a16:creationId xmlns:a16="http://schemas.microsoft.com/office/drawing/2014/main" id="{5EE0D505-389E-4678-9501-A76CCAD723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341" y="3484103"/>
            <a:ext cx="2052000" cy="3327427"/>
          </a:xfrm>
          <a:prstGeom prst="rect">
            <a:avLst/>
          </a:prstGeom>
          <a:noFill/>
          <a:effectLst>
            <a:softEdge rad="3175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4">
            <a:extLst>
              <a:ext uri="{FF2B5EF4-FFF2-40B4-BE49-F238E27FC236}">
                <a16:creationId xmlns:a16="http://schemas.microsoft.com/office/drawing/2014/main" id="{9DE88B03-E04C-4522-9A23-643D142CF3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2104" y="3572099"/>
            <a:ext cx="1990249" cy="3086100"/>
          </a:xfrm>
          <a:prstGeom prst="rect">
            <a:avLst/>
          </a:prstGeom>
          <a:noFill/>
          <a:effectLst>
            <a:softEdge rad="63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>
            <a:extLst>
              <a:ext uri="{FF2B5EF4-FFF2-40B4-BE49-F238E27FC236}">
                <a16:creationId xmlns:a16="http://schemas.microsoft.com/office/drawing/2014/main" id="{C3F29199-4088-4695-BCB2-D34E83AC92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3310" y="109241"/>
            <a:ext cx="1965027" cy="3276600"/>
          </a:xfrm>
          <a:prstGeom prst="rect">
            <a:avLst/>
          </a:prstGeom>
          <a:noFill/>
          <a:effectLst>
            <a:softEdge rad="3175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8">
            <a:extLst>
              <a:ext uri="{FF2B5EF4-FFF2-40B4-BE49-F238E27FC236}">
                <a16:creationId xmlns:a16="http://schemas.microsoft.com/office/drawing/2014/main" id="{83817E5D-1244-4315-9D53-23F66C431E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4402" y="109241"/>
            <a:ext cx="1984489" cy="3276600"/>
          </a:xfrm>
          <a:prstGeom prst="rect">
            <a:avLst/>
          </a:prstGeom>
          <a:noFill/>
          <a:effectLst>
            <a:softEdge rad="3175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16247AAE-3BA9-4B63-87F9-35D87395A3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7011" y="109241"/>
            <a:ext cx="2000250" cy="3276600"/>
          </a:xfrm>
          <a:prstGeom prst="rect">
            <a:avLst/>
          </a:prstGeom>
          <a:noFill/>
          <a:effectLst>
            <a:softEdge rad="3175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>
            <a:extLst>
              <a:ext uri="{FF2B5EF4-FFF2-40B4-BE49-F238E27FC236}">
                <a16:creationId xmlns:a16="http://schemas.microsoft.com/office/drawing/2014/main" id="{14549F5D-3AB4-40A6-9E10-A51D8CFFF8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999" y="121256"/>
            <a:ext cx="1917775" cy="3276600"/>
          </a:xfrm>
          <a:prstGeom prst="rect">
            <a:avLst/>
          </a:prstGeom>
          <a:noFill/>
          <a:effectLst>
            <a:softEdge rad="3175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hteck 8">
            <a:extLst>
              <a:ext uri="{FF2B5EF4-FFF2-40B4-BE49-F238E27FC236}">
                <a16:creationId xmlns:a16="http://schemas.microsoft.com/office/drawing/2014/main" id="{3DF72227-4348-4B16-B18A-F9352D50D849}"/>
              </a:ext>
            </a:extLst>
          </p:cNvPr>
          <p:cNvSpPr/>
          <p:nvPr/>
        </p:nvSpPr>
        <p:spPr>
          <a:xfrm>
            <a:off x="1377848" y="2453715"/>
            <a:ext cx="756000" cy="20713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Verbinder: gewinkelt 9">
            <a:extLst>
              <a:ext uri="{FF2B5EF4-FFF2-40B4-BE49-F238E27FC236}">
                <a16:creationId xmlns:a16="http://schemas.microsoft.com/office/drawing/2014/main" id="{8B583ADE-61AB-4586-A9A9-5FC67C4F3C9F}"/>
              </a:ext>
            </a:extLst>
          </p:cNvPr>
          <p:cNvCxnSpPr>
            <a:cxnSpLocks/>
          </p:cNvCxnSpPr>
          <p:nvPr/>
        </p:nvCxnSpPr>
        <p:spPr>
          <a:xfrm flipV="1">
            <a:off x="2129649" y="1189099"/>
            <a:ext cx="1371202" cy="1307223"/>
          </a:xfrm>
          <a:prstGeom prst="bentConnector3">
            <a:avLst>
              <a:gd name="adj1" fmla="val 50000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hteck 10">
            <a:extLst>
              <a:ext uri="{FF2B5EF4-FFF2-40B4-BE49-F238E27FC236}">
                <a16:creationId xmlns:a16="http://schemas.microsoft.com/office/drawing/2014/main" id="{401A06B4-9EBA-4479-9B41-07C878E73045}"/>
              </a:ext>
            </a:extLst>
          </p:cNvPr>
          <p:cNvSpPr/>
          <p:nvPr/>
        </p:nvSpPr>
        <p:spPr>
          <a:xfrm>
            <a:off x="4655072" y="2691591"/>
            <a:ext cx="396000" cy="216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Verbinder: gewinkelt 11">
            <a:extLst>
              <a:ext uri="{FF2B5EF4-FFF2-40B4-BE49-F238E27FC236}">
                <a16:creationId xmlns:a16="http://schemas.microsoft.com/office/drawing/2014/main" id="{768ACD71-E965-4C1E-B79E-E751870007BE}"/>
              </a:ext>
            </a:extLst>
          </p:cNvPr>
          <p:cNvCxnSpPr>
            <a:cxnSpLocks/>
          </p:cNvCxnSpPr>
          <p:nvPr/>
        </p:nvCxnSpPr>
        <p:spPr>
          <a:xfrm flipV="1">
            <a:off x="5053765" y="1398104"/>
            <a:ext cx="1395249" cy="1324044"/>
          </a:xfrm>
          <a:prstGeom prst="bentConnector3">
            <a:avLst>
              <a:gd name="adj1" fmla="val 50000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Verbinder: gewinkelt 12">
            <a:extLst>
              <a:ext uri="{FF2B5EF4-FFF2-40B4-BE49-F238E27FC236}">
                <a16:creationId xmlns:a16="http://schemas.microsoft.com/office/drawing/2014/main" id="{B46EABE4-B40B-48CC-8E3C-22796A64BCB1}"/>
              </a:ext>
            </a:extLst>
          </p:cNvPr>
          <p:cNvCxnSpPr>
            <a:cxnSpLocks/>
          </p:cNvCxnSpPr>
          <p:nvPr/>
        </p:nvCxnSpPr>
        <p:spPr>
          <a:xfrm flipV="1">
            <a:off x="8053062" y="1408378"/>
            <a:ext cx="1395249" cy="1324044"/>
          </a:xfrm>
          <a:prstGeom prst="bentConnector3">
            <a:avLst>
              <a:gd name="adj1" fmla="val 50000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hteck 13">
            <a:extLst>
              <a:ext uri="{FF2B5EF4-FFF2-40B4-BE49-F238E27FC236}">
                <a16:creationId xmlns:a16="http://schemas.microsoft.com/office/drawing/2014/main" id="{28E191BC-B261-4DD9-8E70-125B8DA3C9C4}"/>
              </a:ext>
            </a:extLst>
          </p:cNvPr>
          <p:cNvSpPr/>
          <p:nvPr/>
        </p:nvSpPr>
        <p:spPr>
          <a:xfrm>
            <a:off x="7627697" y="2697243"/>
            <a:ext cx="432000" cy="216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8722436-2FC1-422E-9A6A-35C0181EC9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8945" y="3610404"/>
            <a:ext cx="1766650" cy="3086101"/>
          </a:xfrm>
          <a:prstGeom prst="rect">
            <a:avLst/>
          </a:prstGeom>
          <a:noFill/>
          <a:effectLst>
            <a:softEdge rad="3175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1BDA94D4-9F2F-4ECB-A95E-53E9603D3F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1455" y="3620016"/>
            <a:ext cx="1865949" cy="3086102"/>
          </a:xfrm>
          <a:prstGeom prst="rect">
            <a:avLst/>
          </a:prstGeom>
          <a:noFill/>
          <a:effectLst>
            <a:softEdge rad="63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chteck 16">
            <a:extLst>
              <a:ext uri="{FF2B5EF4-FFF2-40B4-BE49-F238E27FC236}">
                <a16:creationId xmlns:a16="http://schemas.microsoft.com/office/drawing/2014/main" id="{59C5C96D-3D6E-490A-898E-1ACDEDEC0640}"/>
              </a:ext>
            </a:extLst>
          </p:cNvPr>
          <p:cNvSpPr/>
          <p:nvPr/>
        </p:nvSpPr>
        <p:spPr>
          <a:xfrm>
            <a:off x="10627810" y="2745135"/>
            <a:ext cx="432000" cy="216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450AA547-1309-4E4A-9628-652FC1E060BE}"/>
              </a:ext>
            </a:extLst>
          </p:cNvPr>
          <p:cNvSpPr/>
          <p:nvPr/>
        </p:nvSpPr>
        <p:spPr>
          <a:xfrm>
            <a:off x="2097738" y="6128425"/>
            <a:ext cx="432000" cy="216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9E8D861F-C8FF-47D5-9865-7584F6013666}"/>
              </a:ext>
            </a:extLst>
          </p:cNvPr>
          <p:cNvSpPr/>
          <p:nvPr/>
        </p:nvSpPr>
        <p:spPr>
          <a:xfrm>
            <a:off x="5176219" y="6167612"/>
            <a:ext cx="432000" cy="216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76AB39C4-3C98-4527-BF6D-E98C7EC48D72}"/>
              </a:ext>
            </a:extLst>
          </p:cNvPr>
          <p:cNvSpPr/>
          <p:nvPr/>
        </p:nvSpPr>
        <p:spPr>
          <a:xfrm>
            <a:off x="3570855" y="2687235"/>
            <a:ext cx="396000" cy="216000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30B47798-9C08-491A-987E-BDA13013E75E}"/>
              </a:ext>
            </a:extLst>
          </p:cNvPr>
          <p:cNvSpPr/>
          <p:nvPr/>
        </p:nvSpPr>
        <p:spPr>
          <a:xfrm>
            <a:off x="6518715" y="2700296"/>
            <a:ext cx="432000" cy="216000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4DB2184F-40C3-4785-8D80-CDD4E3233916}"/>
              </a:ext>
            </a:extLst>
          </p:cNvPr>
          <p:cNvSpPr/>
          <p:nvPr/>
        </p:nvSpPr>
        <p:spPr>
          <a:xfrm>
            <a:off x="9527538" y="2748188"/>
            <a:ext cx="414000" cy="216000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681D1CE5-1461-47D9-85ED-642E3E849A05}"/>
              </a:ext>
            </a:extLst>
          </p:cNvPr>
          <p:cNvSpPr/>
          <p:nvPr/>
        </p:nvSpPr>
        <p:spPr>
          <a:xfrm>
            <a:off x="995929" y="6119716"/>
            <a:ext cx="414000" cy="216000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682F21A8-5481-4EAE-B98B-5EC105D05787}"/>
              </a:ext>
            </a:extLst>
          </p:cNvPr>
          <p:cNvSpPr/>
          <p:nvPr/>
        </p:nvSpPr>
        <p:spPr>
          <a:xfrm>
            <a:off x="4039574" y="6167608"/>
            <a:ext cx="432000" cy="216000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D3946D3E-525D-4F20-87C8-C22B2FA9DEAC}"/>
              </a:ext>
            </a:extLst>
          </p:cNvPr>
          <p:cNvSpPr/>
          <p:nvPr/>
        </p:nvSpPr>
        <p:spPr>
          <a:xfrm>
            <a:off x="7076064" y="6120571"/>
            <a:ext cx="432000" cy="216000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E65E3D4B-E8A3-410D-BA1E-B8BC5EE014D1}"/>
              </a:ext>
            </a:extLst>
          </p:cNvPr>
          <p:cNvSpPr/>
          <p:nvPr/>
        </p:nvSpPr>
        <p:spPr>
          <a:xfrm>
            <a:off x="9179195" y="6159754"/>
            <a:ext cx="432000" cy="216000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Verbinder: gewinkelt 28">
            <a:extLst>
              <a:ext uri="{FF2B5EF4-FFF2-40B4-BE49-F238E27FC236}">
                <a16:creationId xmlns:a16="http://schemas.microsoft.com/office/drawing/2014/main" id="{80DC7CBF-CF53-4E70-B3B4-3F0C2E23E74C}"/>
              </a:ext>
            </a:extLst>
          </p:cNvPr>
          <p:cNvCxnSpPr>
            <a:cxnSpLocks/>
            <a:stCxn id="17" idx="2"/>
            <a:endCxn id="35" idx="0"/>
          </p:cNvCxnSpPr>
          <p:nvPr/>
        </p:nvCxnSpPr>
        <p:spPr>
          <a:xfrm rot="5400000">
            <a:off x="6025092" y="-1334615"/>
            <a:ext cx="522968" cy="9114469"/>
          </a:xfrm>
          <a:prstGeom prst="bentConnector3">
            <a:avLst>
              <a:gd name="adj1" fmla="val 68317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DF46A940-6556-4F0F-B577-500F93C67C91}"/>
              </a:ext>
            </a:extLst>
          </p:cNvPr>
          <p:cNvCxnSpPr>
            <a:cxnSpLocks/>
          </p:cNvCxnSpPr>
          <p:nvPr/>
        </p:nvCxnSpPr>
        <p:spPr>
          <a:xfrm>
            <a:off x="8567083" y="4459877"/>
            <a:ext cx="0" cy="565356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Verbinder: gewinkelt 40">
            <a:extLst>
              <a:ext uri="{FF2B5EF4-FFF2-40B4-BE49-F238E27FC236}">
                <a16:creationId xmlns:a16="http://schemas.microsoft.com/office/drawing/2014/main" id="{17C2155A-C039-42C8-AC86-B15FB8C809FC}"/>
              </a:ext>
            </a:extLst>
          </p:cNvPr>
          <p:cNvCxnSpPr>
            <a:cxnSpLocks/>
          </p:cNvCxnSpPr>
          <p:nvPr/>
        </p:nvCxnSpPr>
        <p:spPr>
          <a:xfrm flipV="1">
            <a:off x="5599685" y="4912020"/>
            <a:ext cx="1395249" cy="1324044"/>
          </a:xfrm>
          <a:prstGeom prst="bentConnector3">
            <a:avLst>
              <a:gd name="adj1" fmla="val 50000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Verbinder: gewinkelt 41">
            <a:extLst>
              <a:ext uri="{FF2B5EF4-FFF2-40B4-BE49-F238E27FC236}">
                <a16:creationId xmlns:a16="http://schemas.microsoft.com/office/drawing/2014/main" id="{E4771DD9-2213-4426-B4EA-01C90E281A3A}"/>
              </a:ext>
            </a:extLst>
          </p:cNvPr>
          <p:cNvCxnSpPr>
            <a:cxnSpLocks/>
          </p:cNvCxnSpPr>
          <p:nvPr/>
        </p:nvCxnSpPr>
        <p:spPr>
          <a:xfrm flipV="1">
            <a:off x="2513683" y="4871824"/>
            <a:ext cx="1395249" cy="1324044"/>
          </a:xfrm>
          <a:prstGeom prst="bentConnector3">
            <a:avLst>
              <a:gd name="adj1" fmla="val 50000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Gerade Verbindung mit Pfeil 45">
            <a:extLst>
              <a:ext uri="{FF2B5EF4-FFF2-40B4-BE49-F238E27FC236}">
                <a16:creationId xmlns:a16="http://schemas.microsoft.com/office/drawing/2014/main" id="{95FC3E57-DA9E-4B31-A3EE-02D876A4C626}"/>
              </a:ext>
            </a:extLst>
          </p:cNvPr>
          <p:cNvCxnSpPr>
            <a:cxnSpLocks/>
          </p:cNvCxnSpPr>
          <p:nvPr/>
        </p:nvCxnSpPr>
        <p:spPr>
          <a:xfrm flipH="1">
            <a:off x="2590700" y="2808739"/>
            <a:ext cx="972000" cy="0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Gerade Verbindung mit Pfeil 50">
            <a:extLst>
              <a:ext uri="{FF2B5EF4-FFF2-40B4-BE49-F238E27FC236}">
                <a16:creationId xmlns:a16="http://schemas.microsoft.com/office/drawing/2014/main" id="{CC239AE2-B872-4956-9BCD-7B899381E14E}"/>
              </a:ext>
            </a:extLst>
          </p:cNvPr>
          <p:cNvCxnSpPr>
            <a:cxnSpLocks/>
          </p:cNvCxnSpPr>
          <p:nvPr/>
        </p:nvCxnSpPr>
        <p:spPr>
          <a:xfrm flipH="1">
            <a:off x="5129251" y="2839219"/>
            <a:ext cx="1404000" cy="0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Gerade Verbindung mit Pfeil 51">
            <a:extLst>
              <a:ext uri="{FF2B5EF4-FFF2-40B4-BE49-F238E27FC236}">
                <a16:creationId xmlns:a16="http://schemas.microsoft.com/office/drawing/2014/main" id="{FBA5DCCA-5241-4E25-AA94-C5276EE5E74F}"/>
              </a:ext>
            </a:extLst>
          </p:cNvPr>
          <p:cNvCxnSpPr>
            <a:cxnSpLocks/>
          </p:cNvCxnSpPr>
          <p:nvPr/>
        </p:nvCxnSpPr>
        <p:spPr>
          <a:xfrm flipH="1">
            <a:off x="8137523" y="2877108"/>
            <a:ext cx="1386000" cy="0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Verbinder: gewinkelt 52">
            <a:extLst>
              <a:ext uri="{FF2B5EF4-FFF2-40B4-BE49-F238E27FC236}">
                <a16:creationId xmlns:a16="http://schemas.microsoft.com/office/drawing/2014/main" id="{D1737695-0BAA-4AAE-BC6A-13C72AF79CFC}"/>
              </a:ext>
            </a:extLst>
          </p:cNvPr>
          <p:cNvCxnSpPr>
            <a:cxnSpLocks/>
            <a:stCxn id="28" idx="1"/>
            <a:endCxn id="36" idx="2"/>
          </p:cNvCxnSpPr>
          <p:nvPr/>
        </p:nvCxnSpPr>
        <p:spPr>
          <a:xfrm rot="10800000" flipV="1">
            <a:off x="4817229" y="6267753"/>
            <a:ext cx="4361966" cy="390445"/>
          </a:xfrm>
          <a:prstGeom prst="bentConnector4">
            <a:avLst>
              <a:gd name="adj1" fmla="val 5252"/>
              <a:gd name="adj2" fmla="val 131784"/>
            </a:avLst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Gerader Verbinder 56">
            <a:extLst>
              <a:ext uri="{FF2B5EF4-FFF2-40B4-BE49-F238E27FC236}">
                <a16:creationId xmlns:a16="http://schemas.microsoft.com/office/drawing/2014/main" id="{04EF22D8-302B-446A-8006-ACD0BEF61B8D}"/>
              </a:ext>
            </a:extLst>
          </p:cNvPr>
          <p:cNvCxnSpPr>
            <a:cxnSpLocks/>
          </p:cNvCxnSpPr>
          <p:nvPr/>
        </p:nvCxnSpPr>
        <p:spPr>
          <a:xfrm>
            <a:off x="6750964" y="6253480"/>
            <a:ext cx="337812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Gerader Verbinder 59">
            <a:extLst>
              <a:ext uri="{FF2B5EF4-FFF2-40B4-BE49-F238E27FC236}">
                <a16:creationId xmlns:a16="http://schemas.microsoft.com/office/drawing/2014/main" id="{F2A37FB5-1113-4E92-B054-2C033C6F5F0E}"/>
              </a:ext>
            </a:extLst>
          </p:cNvPr>
          <p:cNvCxnSpPr/>
          <p:nvPr/>
        </p:nvCxnSpPr>
        <p:spPr>
          <a:xfrm>
            <a:off x="6759673" y="6241642"/>
            <a:ext cx="0" cy="54000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Gerade Verbindung mit Pfeil 62">
            <a:extLst>
              <a:ext uri="{FF2B5EF4-FFF2-40B4-BE49-F238E27FC236}">
                <a16:creationId xmlns:a16="http://schemas.microsoft.com/office/drawing/2014/main" id="{ACAEA5C8-B2FB-43E8-8BC1-E58CCFB7ECDE}"/>
              </a:ext>
            </a:extLst>
          </p:cNvPr>
          <p:cNvCxnSpPr>
            <a:cxnSpLocks/>
          </p:cNvCxnSpPr>
          <p:nvPr/>
        </p:nvCxnSpPr>
        <p:spPr>
          <a:xfrm>
            <a:off x="8623064" y="4742555"/>
            <a:ext cx="398391" cy="0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8" name="Verbinder: gewinkelt 2047">
            <a:extLst>
              <a:ext uri="{FF2B5EF4-FFF2-40B4-BE49-F238E27FC236}">
                <a16:creationId xmlns:a16="http://schemas.microsoft.com/office/drawing/2014/main" id="{6FCBD418-C715-4232-8CAB-24D65FAAAFB4}"/>
              </a:ext>
            </a:extLst>
          </p:cNvPr>
          <p:cNvCxnSpPr>
            <a:cxnSpLocks/>
          </p:cNvCxnSpPr>
          <p:nvPr/>
        </p:nvCxnSpPr>
        <p:spPr>
          <a:xfrm flipV="1">
            <a:off x="2215626" y="2470801"/>
            <a:ext cx="8913927" cy="971926"/>
          </a:xfrm>
          <a:prstGeom prst="bentConnector3">
            <a:avLst>
              <a:gd name="adj1" fmla="val 106175"/>
            </a:avLst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0" name="Gerader Verbinder 2059">
            <a:extLst>
              <a:ext uri="{FF2B5EF4-FFF2-40B4-BE49-F238E27FC236}">
                <a16:creationId xmlns:a16="http://schemas.microsoft.com/office/drawing/2014/main" id="{D4E8F58B-F3F4-42A3-A4FD-C05616DE3EBE}"/>
              </a:ext>
            </a:extLst>
          </p:cNvPr>
          <p:cNvCxnSpPr>
            <a:cxnSpLocks/>
          </p:cNvCxnSpPr>
          <p:nvPr/>
        </p:nvCxnSpPr>
        <p:spPr>
          <a:xfrm>
            <a:off x="2215626" y="3442727"/>
            <a:ext cx="0" cy="167677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84494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Breitbild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Häfen,Jonas J.A. von</dc:creator>
  <cp:lastModifiedBy>Häfen,Jonas J.A. von</cp:lastModifiedBy>
  <cp:revision>3</cp:revision>
  <dcterms:created xsi:type="dcterms:W3CDTF">2022-04-06T10:31:28Z</dcterms:created>
  <dcterms:modified xsi:type="dcterms:W3CDTF">2022-04-07T15:25:34Z</dcterms:modified>
</cp:coreProperties>
</file>